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448" r:id="rId5"/>
    <p:sldId id="2462" r:id="rId6"/>
    <p:sldId id="259" r:id="rId7"/>
    <p:sldId id="2463" r:id="rId8"/>
    <p:sldId id="2464" r:id="rId9"/>
    <p:sldId id="2471" r:id="rId10"/>
    <p:sldId id="2456" r:id="rId11"/>
    <p:sldId id="2465" r:id="rId12"/>
    <p:sldId id="2466" r:id="rId13"/>
    <p:sldId id="2468" r:id="rId14"/>
    <p:sldId id="2469" r:id="rId15"/>
    <p:sldId id="2470" r:id="rId16"/>
    <p:sldId id="2472" r:id="rId17"/>
    <p:sldId id="2473" r:id="rId18"/>
    <p:sldId id="2474" r:id="rId19"/>
    <p:sldId id="2475" r:id="rId20"/>
  </p:sldIdLst>
  <p:sldSz cx="12192000" cy="6858000"/>
  <p:notesSz cx="6858000" cy="9144000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CF745F-D973-4969-B22B-C8321BD7CC01}" v="44" dt="2025-05-25T15:04:29.2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van Tan" userId="f6d290dbaf3d4551" providerId="LiveId" clId="{66CF745F-D973-4969-B22B-C8321BD7CC01}"/>
    <pc:docChg chg="undo redo custSel addSld delSld modSld sldOrd">
      <pc:chgData name="Jovan Tan" userId="f6d290dbaf3d4551" providerId="LiveId" clId="{66CF745F-D973-4969-B22B-C8321BD7CC01}" dt="2025-05-25T15:32:38.961" v="3724" actId="20577"/>
      <pc:docMkLst>
        <pc:docMk/>
      </pc:docMkLst>
      <pc:sldChg chg="delSp modSp mod">
        <pc:chgData name="Jovan Tan" userId="f6d290dbaf3d4551" providerId="LiveId" clId="{66CF745F-D973-4969-B22B-C8321BD7CC01}" dt="2025-05-23T13:11:06.984" v="709" actId="20577"/>
        <pc:sldMkLst>
          <pc:docMk/>
          <pc:sldMk cId="1325373587" sldId="259"/>
        </pc:sldMkLst>
        <pc:spChg chg="mod">
          <ac:chgData name="Jovan Tan" userId="f6d290dbaf3d4551" providerId="LiveId" clId="{66CF745F-D973-4969-B22B-C8321BD7CC01}" dt="2025-05-23T13:11:06.984" v="709" actId="20577"/>
          <ac:spMkLst>
            <pc:docMk/>
            <pc:sldMk cId="1325373587" sldId="259"/>
            <ac:spMk id="9" creationId="{256319DF-036A-473B-95D3-C5F6FF849FD4}"/>
          </ac:spMkLst>
        </pc:spChg>
      </pc:sldChg>
      <pc:sldChg chg="del">
        <pc:chgData name="Jovan Tan" userId="f6d290dbaf3d4551" providerId="LiveId" clId="{66CF745F-D973-4969-B22B-C8321BD7CC01}" dt="2025-05-23T12:19:08.603" v="4" actId="47"/>
        <pc:sldMkLst>
          <pc:docMk/>
          <pc:sldMk cId="2720361709" sldId="260"/>
        </pc:sldMkLst>
      </pc:sldChg>
      <pc:sldChg chg="del">
        <pc:chgData name="Jovan Tan" userId="f6d290dbaf3d4551" providerId="LiveId" clId="{66CF745F-D973-4969-B22B-C8321BD7CC01}" dt="2025-05-23T12:19:13.018" v="7" actId="47"/>
        <pc:sldMkLst>
          <pc:docMk/>
          <pc:sldMk cId="1619265676" sldId="262"/>
        </pc:sldMkLst>
      </pc:sldChg>
      <pc:sldChg chg="del">
        <pc:chgData name="Jovan Tan" userId="f6d290dbaf3d4551" providerId="LiveId" clId="{66CF745F-D973-4969-B22B-C8321BD7CC01}" dt="2025-05-23T12:19:02.314" v="1" actId="47"/>
        <pc:sldMkLst>
          <pc:docMk/>
          <pc:sldMk cId="869470413" sldId="2432"/>
        </pc:sldMkLst>
      </pc:sldChg>
      <pc:sldChg chg="del">
        <pc:chgData name="Jovan Tan" userId="f6d290dbaf3d4551" providerId="LiveId" clId="{66CF745F-D973-4969-B22B-C8321BD7CC01}" dt="2025-05-23T12:19:04.193" v="2" actId="47"/>
        <pc:sldMkLst>
          <pc:docMk/>
          <pc:sldMk cId="2779095684" sldId="2433"/>
        </pc:sldMkLst>
      </pc:sldChg>
      <pc:sldChg chg="del">
        <pc:chgData name="Jovan Tan" userId="f6d290dbaf3d4551" providerId="LiveId" clId="{66CF745F-D973-4969-B22B-C8321BD7CC01}" dt="2025-05-23T13:13:18.763" v="710" actId="47"/>
        <pc:sldMkLst>
          <pc:docMk/>
          <pc:sldMk cId="927727573" sldId="2436"/>
        </pc:sldMkLst>
      </pc:sldChg>
      <pc:sldChg chg="del">
        <pc:chgData name="Jovan Tan" userId="f6d290dbaf3d4551" providerId="LiveId" clId="{66CF745F-D973-4969-B22B-C8321BD7CC01}" dt="2025-05-23T12:19:07.101" v="3" actId="47"/>
        <pc:sldMkLst>
          <pc:docMk/>
          <pc:sldMk cId="839779156" sldId="2450"/>
        </pc:sldMkLst>
      </pc:sldChg>
      <pc:sldChg chg="del">
        <pc:chgData name="Jovan Tan" userId="f6d290dbaf3d4551" providerId="LiveId" clId="{66CF745F-D973-4969-B22B-C8321BD7CC01}" dt="2025-05-23T12:18:59.657" v="0" actId="47"/>
        <pc:sldMkLst>
          <pc:docMk/>
          <pc:sldMk cId="2944765398" sldId="2451"/>
        </pc:sldMkLst>
      </pc:sldChg>
      <pc:sldChg chg="del">
        <pc:chgData name="Jovan Tan" userId="f6d290dbaf3d4551" providerId="LiveId" clId="{66CF745F-D973-4969-B22B-C8321BD7CC01}" dt="2025-05-23T12:19:11.384" v="6" actId="47"/>
        <pc:sldMkLst>
          <pc:docMk/>
          <pc:sldMk cId="2129108354" sldId="2453"/>
        </pc:sldMkLst>
      </pc:sldChg>
      <pc:sldChg chg="del">
        <pc:chgData name="Jovan Tan" userId="f6d290dbaf3d4551" providerId="LiveId" clId="{66CF745F-D973-4969-B22B-C8321BD7CC01}" dt="2025-05-23T12:19:13.603" v="8" actId="47"/>
        <pc:sldMkLst>
          <pc:docMk/>
          <pc:sldMk cId="714960598" sldId="2454"/>
        </pc:sldMkLst>
      </pc:sldChg>
      <pc:sldChg chg="addSp delSp modSp mod">
        <pc:chgData name="Jovan Tan" userId="f6d290dbaf3d4551" providerId="LiveId" clId="{66CF745F-D973-4969-B22B-C8321BD7CC01}" dt="2025-05-23T17:42:40.069" v="1582" actId="13926"/>
        <pc:sldMkLst>
          <pc:docMk/>
          <pc:sldMk cId="3516891798" sldId="2456"/>
        </pc:sldMkLst>
        <pc:spChg chg="mod">
          <ac:chgData name="Jovan Tan" userId="f6d290dbaf3d4551" providerId="LiveId" clId="{66CF745F-D973-4969-B22B-C8321BD7CC01}" dt="2025-05-23T12:32:40.752" v="356" actId="20577"/>
          <ac:spMkLst>
            <pc:docMk/>
            <pc:sldMk cId="3516891798" sldId="2456"/>
            <ac:spMk id="2" creationId="{12CC3376-5069-4C7B-BE6B-A3776D1B47BA}"/>
          </ac:spMkLst>
        </pc:spChg>
        <pc:spChg chg="mod">
          <ac:chgData name="Jovan Tan" userId="f6d290dbaf3d4551" providerId="LiveId" clId="{66CF745F-D973-4969-B22B-C8321BD7CC01}" dt="2025-05-23T17:42:40.069" v="1582" actId="13926"/>
          <ac:spMkLst>
            <pc:docMk/>
            <pc:sldMk cId="3516891798" sldId="2456"/>
            <ac:spMk id="14" creationId="{79248A72-A597-48DF-A270-3389F5D209C0}"/>
          </ac:spMkLst>
        </pc:spChg>
        <pc:picChg chg="add mod">
          <ac:chgData name="Jovan Tan" userId="f6d290dbaf3d4551" providerId="LiveId" clId="{66CF745F-D973-4969-B22B-C8321BD7CC01}" dt="2025-05-23T12:33:10.975" v="359" actId="27614"/>
          <ac:picMkLst>
            <pc:docMk/>
            <pc:sldMk cId="3516891798" sldId="2456"/>
            <ac:picMk id="7" creationId="{16B89D36-2A8B-4773-1B8E-63E0230BDEF4}"/>
          </ac:picMkLst>
        </pc:picChg>
      </pc:sldChg>
      <pc:sldChg chg="del">
        <pc:chgData name="Jovan Tan" userId="f6d290dbaf3d4551" providerId="LiveId" clId="{66CF745F-D973-4969-B22B-C8321BD7CC01}" dt="2025-05-23T12:19:09.860" v="5" actId="47"/>
        <pc:sldMkLst>
          <pc:docMk/>
          <pc:sldMk cId="3164405530" sldId="2457"/>
        </pc:sldMkLst>
      </pc:sldChg>
      <pc:sldChg chg="modSp mod">
        <pc:chgData name="Jovan Tan" userId="f6d290dbaf3d4551" providerId="LiveId" clId="{66CF745F-D973-4969-B22B-C8321BD7CC01}" dt="2025-05-25T15:32:38.961" v="3724" actId="20577"/>
        <pc:sldMkLst>
          <pc:docMk/>
          <pc:sldMk cId="1649098948" sldId="2462"/>
        </pc:sldMkLst>
        <pc:spChg chg="mod">
          <ac:chgData name="Jovan Tan" userId="f6d290dbaf3d4551" providerId="LiveId" clId="{66CF745F-D973-4969-B22B-C8321BD7CC01}" dt="2025-05-25T15:32:38.961" v="3724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 add mod modNotesTx">
        <pc:chgData name="Jovan Tan" userId="f6d290dbaf3d4551" providerId="LiveId" clId="{66CF745F-D973-4969-B22B-C8321BD7CC01}" dt="2025-05-23T12:25:40.521" v="152" actId="20577"/>
        <pc:sldMkLst>
          <pc:docMk/>
          <pc:sldMk cId="3466113236" sldId="2463"/>
        </pc:sldMkLst>
        <pc:spChg chg="mod">
          <ac:chgData name="Jovan Tan" userId="f6d290dbaf3d4551" providerId="LiveId" clId="{66CF745F-D973-4969-B22B-C8321BD7CC01}" dt="2025-05-23T12:24:28.268" v="135" actId="20577"/>
          <ac:spMkLst>
            <pc:docMk/>
            <pc:sldMk cId="3466113236" sldId="2463"/>
            <ac:spMk id="9" creationId="{8C9BAD81-C6DF-9C91-1C9A-AC0FE2F1E311}"/>
          </ac:spMkLst>
        </pc:spChg>
        <pc:spChg chg="mod">
          <ac:chgData name="Jovan Tan" userId="f6d290dbaf3d4551" providerId="LiveId" clId="{66CF745F-D973-4969-B22B-C8321BD7CC01}" dt="2025-05-23T12:19:40.074" v="46" actId="20577"/>
          <ac:spMkLst>
            <pc:docMk/>
            <pc:sldMk cId="3466113236" sldId="2463"/>
            <ac:spMk id="10" creationId="{D2AE47F8-EAB6-9A4B-720B-C109DD14CA8C}"/>
          </ac:spMkLst>
        </pc:spChg>
        <pc:picChg chg="add mod ord">
          <ac:chgData name="Jovan Tan" userId="f6d290dbaf3d4551" providerId="LiveId" clId="{66CF745F-D973-4969-B22B-C8321BD7CC01}" dt="2025-05-23T12:20:20.805" v="55" actId="167"/>
          <ac:picMkLst>
            <pc:docMk/>
            <pc:sldMk cId="3466113236" sldId="2463"/>
            <ac:picMk id="6" creationId="{FD2288E9-56CB-401C-B41D-46CD953E5C63}"/>
          </ac:picMkLst>
        </pc:picChg>
        <pc:picChg chg="add mod">
          <ac:chgData name="Jovan Tan" userId="f6d290dbaf3d4551" providerId="LiveId" clId="{66CF745F-D973-4969-B22B-C8321BD7CC01}" dt="2025-05-23T12:24:38.072" v="136" actId="1076"/>
          <ac:picMkLst>
            <pc:docMk/>
            <pc:sldMk cId="3466113236" sldId="2463"/>
            <ac:picMk id="12" creationId="{8FAD9DC6-66F3-CD92-C1D5-AFBA7C9D521B}"/>
          </ac:picMkLst>
        </pc:picChg>
      </pc:sldChg>
      <pc:sldChg chg="addSp delSp modSp new mod">
        <pc:chgData name="Jovan Tan" userId="f6d290dbaf3d4551" providerId="LiveId" clId="{66CF745F-D973-4969-B22B-C8321BD7CC01}" dt="2025-05-23T12:31:37.626" v="331" actId="20577"/>
        <pc:sldMkLst>
          <pc:docMk/>
          <pc:sldMk cId="1527792866" sldId="2464"/>
        </pc:sldMkLst>
        <pc:spChg chg="mod">
          <ac:chgData name="Jovan Tan" userId="f6d290dbaf3d4551" providerId="LiveId" clId="{66CF745F-D973-4969-B22B-C8321BD7CC01}" dt="2025-05-23T12:28:27.656" v="173" actId="20577"/>
          <ac:spMkLst>
            <pc:docMk/>
            <pc:sldMk cId="1527792866" sldId="2464"/>
            <ac:spMk id="6" creationId="{FA0ACA2F-B244-13CE-C4E7-9D5B96882B21}"/>
          </ac:spMkLst>
        </pc:spChg>
        <pc:spChg chg="add mod">
          <ac:chgData name="Jovan Tan" userId="f6d290dbaf3d4551" providerId="LiveId" clId="{66CF745F-D973-4969-B22B-C8321BD7CC01}" dt="2025-05-23T12:28:43.758" v="175"/>
          <ac:spMkLst>
            <pc:docMk/>
            <pc:sldMk cId="1527792866" sldId="2464"/>
            <ac:spMk id="9" creationId="{63D8CDE0-57BB-4707-6E94-516B03F02D6F}"/>
          </ac:spMkLst>
        </pc:spChg>
        <pc:spChg chg="add mod">
          <ac:chgData name="Jovan Tan" userId="f6d290dbaf3d4551" providerId="LiveId" clId="{66CF745F-D973-4969-B22B-C8321BD7CC01}" dt="2025-05-23T12:30:10.988" v="194" actId="20577"/>
          <ac:spMkLst>
            <pc:docMk/>
            <pc:sldMk cId="1527792866" sldId="2464"/>
            <ac:spMk id="13" creationId="{54EEFD2A-A282-8AD2-04D7-91EE5407C4F6}"/>
          </ac:spMkLst>
        </pc:spChg>
        <pc:spChg chg="add mod">
          <ac:chgData name="Jovan Tan" userId="f6d290dbaf3d4551" providerId="LiveId" clId="{66CF745F-D973-4969-B22B-C8321BD7CC01}" dt="2025-05-23T12:31:37.626" v="331" actId="20577"/>
          <ac:spMkLst>
            <pc:docMk/>
            <pc:sldMk cId="1527792866" sldId="2464"/>
            <ac:spMk id="14" creationId="{A6876F3B-B053-BAB2-E822-B3A80FEE62E7}"/>
          </ac:spMkLst>
        </pc:spChg>
        <pc:picChg chg="add mod">
          <ac:chgData name="Jovan Tan" userId="f6d290dbaf3d4551" providerId="LiveId" clId="{66CF745F-D973-4969-B22B-C8321BD7CC01}" dt="2025-05-23T12:28:19.083" v="161" actId="1076"/>
          <ac:picMkLst>
            <pc:docMk/>
            <pc:sldMk cId="1527792866" sldId="2464"/>
            <ac:picMk id="8" creationId="{021152BE-DCA2-2D03-9BC5-CB22E4F34A2D}"/>
          </ac:picMkLst>
        </pc:picChg>
        <pc:picChg chg="add mod">
          <ac:chgData name="Jovan Tan" userId="f6d290dbaf3d4551" providerId="LiveId" clId="{66CF745F-D973-4969-B22B-C8321BD7CC01}" dt="2025-05-23T12:29:21.559" v="181" actId="1076"/>
          <ac:picMkLst>
            <pc:docMk/>
            <pc:sldMk cId="1527792866" sldId="2464"/>
            <ac:picMk id="11" creationId="{351686C5-D25B-35F8-4FFC-91E96A039B69}"/>
          </ac:picMkLst>
        </pc:picChg>
      </pc:sldChg>
      <pc:sldChg chg="addSp delSp modSp add mod modClrScheme chgLayout">
        <pc:chgData name="Jovan Tan" userId="f6d290dbaf3d4551" providerId="LiveId" clId="{66CF745F-D973-4969-B22B-C8321BD7CC01}" dt="2025-05-23T12:47:04.345" v="502" actId="27636"/>
        <pc:sldMkLst>
          <pc:docMk/>
          <pc:sldMk cId="1360783071" sldId="2465"/>
        </pc:sldMkLst>
        <pc:spChg chg="mod">
          <ac:chgData name="Jovan Tan" userId="f6d290dbaf3d4551" providerId="LiveId" clId="{66CF745F-D973-4969-B22B-C8321BD7CC01}" dt="2025-05-23T12:45:13.718" v="431" actId="26606"/>
          <ac:spMkLst>
            <pc:docMk/>
            <pc:sldMk cId="1360783071" sldId="2465"/>
            <ac:spMk id="2" creationId="{8EF8A612-7F91-F461-6C45-3787233E6E55}"/>
          </ac:spMkLst>
        </pc:spChg>
        <pc:spChg chg="mod ord">
          <ac:chgData name="Jovan Tan" userId="f6d290dbaf3d4551" providerId="LiveId" clId="{66CF745F-D973-4969-B22B-C8321BD7CC01}" dt="2025-05-23T12:47:04.345" v="502" actId="27636"/>
          <ac:spMkLst>
            <pc:docMk/>
            <pc:sldMk cId="1360783071" sldId="2465"/>
            <ac:spMk id="14" creationId="{07AD1C11-DEA8-23BC-19F1-DD30BA9561D6}"/>
          </ac:spMkLst>
        </pc:spChg>
        <pc:spChg chg="mod">
          <ac:chgData name="Jovan Tan" userId="f6d290dbaf3d4551" providerId="LiveId" clId="{66CF745F-D973-4969-B22B-C8321BD7CC01}" dt="2025-05-23T12:45:13.718" v="431" actId="26606"/>
          <ac:spMkLst>
            <pc:docMk/>
            <pc:sldMk cId="1360783071" sldId="2465"/>
            <ac:spMk id="16" creationId="{7202BFE3-3A81-A7F9-BB4A-89661A8F1040}"/>
          </ac:spMkLst>
        </pc:spChg>
        <pc:picChg chg="add mod ord">
          <ac:chgData name="Jovan Tan" userId="f6d290dbaf3d4551" providerId="LiveId" clId="{66CF745F-D973-4969-B22B-C8321BD7CC01}" dt="2025-05-23T12:45:13.718" v="431" actId="26606"/>
          <ac:picMkLst>
            <pc:docMk/>
            <pc:sldMk cId="1360783071" sldId="2465"/>
            <ac:picMk id="6" creationId="{DB453574-7354-3FDE-9C2D-4DA522C3BF7F}"/>
          </ac:picMkLst>
        </pc:picChg>
        <pc:picChg chg="add mod">
          <ac:chgData name="Jovan Tan" userId="f6d290dbaf3d4551" providerId="LiveId" clId="{66CF745F-D973-4969-B22B-C8321BD7CC01}" dt="2025-05-23T12:46:35.795" v="475" actId="14100"/>
          <ac:picMkLst>
            <pc:docMk/>
            <pc:sldMk cId="1360783071" sldId="2465"/>
            <ac:picMk id="8" creationId="{E040C94D-C821-8F89-0584-CB0B56D0C339}"/>
          </ac:picMkLst>
        </pc:picChg>
        <pc:picChg chg="add mod">
          <ac:chgData name="Jovan Tan" userId="f6d290dbaf3d4551" providerId="LiveId" clId="{66CF745F-D973-4969-B22B-C8321BD7CC01}" dt="2025-05-23T12:46:39.128" v="476" actId="1076"/>
          <ac:picMkLst>
            <pc:docMk/>
            <pc:sldMk cId="1360783071" sldId="2465"/>
            <ac:picMk id="9" creationId="{74AC1AD8-85FD-CCBB-9ED0-DF1708E588A8}"/>
          </ac:picMkLst>
        </pc:picChg>
      </pc:sldChg>
      <pc:sldChg chg="addSp delSp modSp new mod ord modClrScheme modAnim chgLayout">
        <pc:chgData name="Jovan Tan" userId="f6d290dbaf3d4551" providerId="LiveId" clId="{66CF745F-D973-4969-B22B-C8321BD7CC01}" dt="2025-05-25T14:16:44.274" v="1760"/>
        <pc:sldMkLst>
          <pc:docMk/>
          <pc:sldMk cId="2020661216" sldId="2466"/>
        </pc:sldMkLst>
        <pc:spChg chg="mod">
          <ac:chgData name="Jovan Tan" userId="f6d290dbaf3d4551" providerId="LiveId" clId="{66CF745F-D973-4969-B22B-C8321BD7CC01}" dt="2025-05-23T12:49:58.148" v="504" actId="26606"/>
          <ac:spMkLst>
            <pc:docMk/>
            <pc:sldMk cId="2020661216" sldId="2466"/>
            <ac:spMk id="4" creationId="{2FD7F72B-483C-10A2-F8EE-C00024F31C1C}"/>
          </ac:spMkLst>
        </pc:spChg>
        <pc:spChg chg="add mod">
          <ac:chgData name="Jovan Tan" userId="f6d290dbaf3d4551" providerId="LiveId" clId="{66CF745F-D973-4969-B22B-C8321BD7CC01}" dt="2025-05-23T12:51:38.988" v="569" actId="113"/>
          <ac:spMkLst>
            <pc:docMk/>
            <pc:sldMk cId="2020661216" sldId="2466"/>
            <ac:spMk id="7" creationId="{31DCF0EC-E68D-17B3-45E7-A1FF5ED19E02}"/>
          </ac:spMkLst>
        </pc:spChg>
        <pc:spChg chg="add mod">
          <ac:chgData name="Jovan Tan" userId="f6d290dbaf3d4551" providerId="LiveId" clId="{66CF745F-D973-4969-B22B-C8321BD7CC01}" dt="2025-05-23T12:50:27.848" v="564" actId="20577"/>
          <ac:spMkLst>
            <pc:docMk/>
            <pc:sldMk cId="2020661216" sldId="2466"/>
            <ac:spMk id="10" creationId="{FA271F58-3ADB-800D-4DE0-2716136CBFCD}"/>
          </ac:spMkLst>
        </pc:spChg>
        <pc:picChg chg="add mod">
          <ac:chgData name="Jovan Tan" userId="f6d290dbaf3d4551" providerId="LiveId" clId="{66CF745F-D973-4969-B22B-C8321BD7CC01}" dt="2025-05-23T12:52:31.868" v="572" actId="14100"/>
          <ac:picMkLst>
            <pc:docMk/>
            <pc:sldMk cId="2020661216" sldId="2466"/>
            <ac:picMk id="8" creationId="{90572893-B931-1D66-5DEB-3CC038717208}"/>
          </ac:picMkLst>
        </pc:picChg>
        <pc:picChg chg="add mod">
          <ac:chgData name="Jovan Tan" userId="f6d290dbaf3d4551" providerId="LiveId" clId="{66CF745F-D973-4969-B22B-C8321BD7CC01}" dt="2025-05-23T12:53:45.758" v="579" actId="1076"/>
          <ac:picMkLst>
            <pc:docMk/>
            <pc:sldMk cId="2020661216" sldId="2466"/>
            <ac:picMk id="9" creationId="{7D131959-9AA9-A744-1334-B4939CF0DC1A}"/>
          </ac:picMkLst>
        </pc:picChg>
      </pc:sldChg>
      <pc:sldChg chg="addSp delSp modSp add del mod ord modAnim modNotesTx">
        <pc:chgData name="Jovan Tan" userId="f6d290dbaf3d4551" providerId="LiveId" clId="{66CF745F-D973-4969-B22B-C8321BD7CC01}" dt="2025-05-25T14:16:32.101" v="1758" actId="47"/>
        <pc:sldMkLst>
          <pc:docMk/>
          <pc:sldMk cId="4252175685" sldId="2467"/>
        </pc:sldMkLst>
      </pc:sldChg>
      <pc:sldChg chg="addSp delSp modSp new mod ord">
        <pc:chgData name="Jovan Tan" userId="f6d290dbaf3d4551" providerId="LiveId" clId="{66CF745F-D973-4969-B22B-C8321BD7CC01}" dt="2025-05-25T13:39:41.496" v="1757"/>
        <pc:sldMkLst>
          <pc:docMk/>
          <pc:sldMk cId="3002444093" sldId="2468"/>
        </pc:sldMkLst>
        <pc:spChg chg="mod">
          <ac:chgData name="Jovan Tan" userId="f6d290dbaf3d4551" providerId="LiveId" clId="{66CF745F-D973-4969-B22B-C8321BD7CC01}" dt="2025-05-23T17:00:48.264" v="913" actId="14100"/>
          <ac:spMkLst>
            <pc:docMk/>
            <pc:sldMk cId="3002444093" sldId="2468"/>
            <ac:spMk id="3" creationId="{8935971B-B85B-FDB9-CE90-9C8DDAA858FA}"/>
          </ac:spMkLst>
        </pc:spChg>
        <pc:spChg chg="add mod">
          <ac:chgData name="Jovan Tan" userId="f6d290dbaf3d4551" providerId="LiveId" clId="{66CF745F-D973-4969-B22B-C8321BD7CC01}" dt="2025-05-23T17:01:06.404" v="918" actId="255"/>
          <ac:spMkLst>
            <pc:docMk/>
            <pc:sldMk cId="3002444093" sldId="2468"/>
            <ac:spMk id="6" creationId="{10A20DF5-F217-51D1-F771-3605BE6796AB}"/>
          </ac:spMkLst>
        </pc:spChg>
        <pc:picChg chg="add mod">
          <ac:chgData name="Jovan Tan" userId="f6d290dbaf3d4551" providerId="LiveId" clId="{66CF745F-D973-4969-B22B-C8321BD7CC01}" dt="2025-05-23T17:00:58.022" v="916" actId="14100"/>
          <ac:picMkLst>
            <pc:docMk/>
            <pc:sldMk cId="3002444093" sldId="2468"/>
            <ac:picMk id="10" creationId="{6BC5979A-426C-2975-DA75-B7FED55BAB9A}"/>
          </ac:picMkLst>
        </pc:picChg>
      </pc:sldChg>
      <pc:sldChg chg="addSp delSp modSp new mod">
        <pc:chgData name="Jovan Tan" userId="f6d290dbaf3d4551" providerId="LiveId" clId="{66CF745F-D973-4969-B22B-C8321BD7CC01}" dt="2025-05-23T16:55:55.082" v="878" actId="1076"/>
        <pc:sldMkLst>
          <pc:docMk/>
          <pc:sldMk cId="2950142643" sldId="2469"/>
        </pc:sldMkLst>
        <pc:spChg chg="mod">
          <ac:chgData name="Jovan Tan" userId="f6d290dbaf3d4551" providerId="LiveId" clId="{66CF745F-D973-4969-B22B-C8321BD7CC01}" dt="2025-05-23T16:52:50.752" v="732" actId="1076"/>
          <ac:spMkLst>
            <pc:docMk/>
            <pc:sldMk cId="2950142643" sldId="2469"/>
            <ac:spMk id="3" creationId="{1029FE0D-6BFD-BCA2-404C-0A9C67A206EF}"/>
          </ac:spMkLst>
        </pc:spChg>
        <pc:spChg chg="mod">
          <ac:chgData name="Jovan Tan" userId="f6d290dbaf3d4551" providerId="LiveId" clId="{66CF745F-D973-4969-B22B-C8321BD7CC01}" dt="2025-05-23T16:54:53.799" v="870" actId="20577"/>
          <ac:spMkLst>
            <pc:docMk/>
            <pc:sldMk cId="2950142643" sldId="2469"/>
            <ac:spMk id="5" creationId="{6284EF93-68AC-9018-64C0-850A6132D76F}"/>
          </ac:spMkLst>
        </pc:spChg>
        <pc:picChg chg="add mod">
          <ac:chgData name="Jovan Tan" userId="f6d290dbaf3d4551" providerId="LiveId" clId="{66CF745F-D973-4969-B22B-C8321BD7CC01}" dt="2025-05-23T16:55:00.675" v="871" actId="14100"/>
          <ac:picMkLst>
            <pc:docMk/>
            <pc:sldMk cId="2950142643" sldId="2469"/>
            <ac:picMk id="7" creationId="{55EA8C22-907B-4268-C71B-DE96C35578CA}"/>
          </ac:picMkLst>
        </pc:picChg>
        <pc:picChg chg="add mod">
          <ac:chgData name="Jovan Tan" userId="f6d290dbaf3d4551" providerId="LiveId" clId="{66CF745F-D973-4969-B22B-C8321BD7CC01}" dt="2025-05-23T16:55:55.082" v="878" actId="1076"/>
          <ac:picMkLst>
            <pc:docMk/>
            <pc:sldMk cId="2950142643" sldId="2469"/>
            <ac:picMk id="8" creationId="{3D091CE9-18FC-2157-0017-D6EA169A36BB}"/>
          </ac:picMkLst>
        </pc:picChg>
      </pc:sldChg>
      <pc:sldChg chg="addSp delSp modSp new mod modClrScheme chgLayout">
        <pc:chgData name="Jovan Tan" userId="f6d290dbaf3d4551" providerId="LiveId" clId="{66CF745F-D973-4969-B22B-C8321BD7CC01}" dt="2025-05-25T13:36:00.196" v="1753" actId="12"/>
        <pc:sldMkLst>
          <pc:docMk/>
          <pc:sldMk cId="2839031286" sldId="2470"/>
        </pc:sldMkLst>
        <pc:spChg chg="mod ord">
          <ac:chgData name="Jovan Tan" userId="f6d290dbaf3d4551" providerId="LiveId" clId="{66CF745F-D973-4969-B22B-C8321BD7CC01}" dt="2025-05-25T13:35:06.661" v="1744" actId="26606"/>
          <ac:spMkLst>
            <pc:docMk/>
            <pc:sldMk cId="2839031286" sldId="2470"/>
            <ac:spMk id="3" creationId="{72E4835A-68B5-CA25-4838-83DCBD41BF62}"/>
          </ac:spMkLst>
        </pc:spChg>
        <pc:spChg chg="mod ord">
          <ac:chgData name="Jovan Tan" userId="f6d290dbaf3d4551" providerId="LiveId" clId="{66CF745F-D973-4969-B22B-C8321BD7CC01}" dt="2025-05-25T13:35:06.661" v="1744" actId="26606"/>
          <ac:spMkLst>
            <pc:docMk/>
            <pc:sldMk cId="2839031286" sldId="2470"/>
            <ac:spMk id="4" creationId="{B5DB5211-2176-A78E-F242-249DE3B37343}"/>
          </ac:spMkLst>
        </pc:spChg>
        <pc:spChg chg="mod ord">
          <ac:chgData name="Jovan Tan" userId="f6d290dbaf3d4551" providerId="LiveId" clId="{66CF745F-D973-4969-B22B-C8321BD7CC01}" dt="2025-05-25T13:36:00.196" v="1753" actId="12"/>
          <ac:spMkLst>
            <pc:docMk/>
            <pc:sldMk cId="2839031286" sldId="2470"/>
            <ac:spMk id="5" creationId="{E4895C42-24F3-AC73-9495-65133E80D6C9}"/>
          </ac:spMkLst>
        </pc:spChg>
        <pc:spChg chg="add mod">
          <ac:chgData name="Jovan Tan" userId="f6d290dbaf3d4551" providerId="LiveId" clId="{66CF745F-D973-4969-B22B-C8321BD7CC01}" dt="2025-05-25T13:35:46.571" v="1752" actId="1076"/>
          <ac:spMkLst>
            <pc:docMk/>
            <pc:sldMk cId="2839031286" sldId="2470"/>
            <ac:spMk id="6" creationId="{CCE51210-7C9E-D82C-BAD1-27ECBCEAD5D6}"/>
          </ac:spMkLst>
        </pc:spChg>
        <pc:spChg chg="add mod">
          <ac:chgData name="Jovan Tan" userId="f6d290dbaf3d4551" providerId="LiveId" clId="{66CF745F-D973-4969-B22B-C8321BD7CC01}" dt="2025-05-25T13:35:19.900" v="1745" actId="21"/>
          <ac:spMkLst>
            <pc:docMk/>
            <pc:sldMk cId="2839031286" sldId="2470"/>
            <ac:spMk id="9" creationId="{BA18313A-38C1-7DEE-00AB-F603CCC0A81F}"/>
          </ac:spMkLst>
        </pc:spChg>
        <pc:picChg chg="add mod">
          <ac:chgData name="Jovan Tan" userId="f6d290dbaf3d4551" providerId="LiveId" clId="{66CF745F-D973-4969-B22B-C8321BD7CC01}" dt="2025-05-25T13:35:06.661" v="1744" actId="26606"/>
          <ac:picMkLst>
            <pc:docMk/>
            <pc:sldMk cId="2839031286" sldId="2470"/>
            <ac:picMk id="1026" creationId="{CC4602A1-30E7-F4D8-B7D5-774155817442}"/>
          </ac:picMkLst>
        </pc:picChg>
      </pc:sldChg>
      <pc:sldChg chg="addSp delSp modSp add mod">
        <pc:chgData name="Jovan Tan" userId="f6d290dbaf3d4551" providerId="LiveId" clId="{66CF745F-D973-4969-B22B-C8321BD7CC01}" dt="2025-05-23T17:22:13.132" v="1333" actId="20577"/>
        <pc:sldMkLst>
          <pc:docMk/>
          <pc:sldMk cId="2509533966" sldId="2471"/>
        </pc:sldMkLst>
        <pc:spChg chg="mod">
          <ac:chgData name="Jovan Tan" userId="f6d290dbaf3d4551" providerId="LiveId" clId="{66CF745F-D973-4969-B22B-C8321BD7CC01}" dt="2025-05-23T17:22:13.132" v="1333" actId="20577"/>
          <ac:spMkLst>
            <pc:docMk/>
            <pc:sldMk cId="2509533966" sldId="2471"/>
            <ac:spMk id="14" creationId="{73DC195F-9183-A0B8-DCCE-12F789D0D88C}"/>
          </ac:spMkLst>
        </pc:spChg>
        <pc:picChg chg="add mod">
          <ac:chgData name="Jovan Tan" userId="f6d290dbaf3d4551" providerId="LiveId" clId="{66CF745F-D973-4969-B22B-C8321BD7CC01}" dt="2025-05-23T17:11:12.351" v="956" actId="1076"/>
          <ac:picMkLst>
            <pc:docMk/>
            <pc:sldMk cId="2509533966" sldId="2471"/>
            <ac:picMk id="7" creationId="{A9D3F41B-2A75-1F12-1433-534E2A4DCC61}"/>
          </ac:picMkLst>
        </pc:picChg>
      </pc:sldChg>
      <pc:sldChg chg="addSp delSp modSp new mod setBg modClrScheme chgLayout">
        <pc:chgData name="Jovan Tan" userId="f6d290dbaf3d4551" providerId="LiveId" clId="{66CF745F-D973-4969-B22B-C8321BD7CC01}" dt="2025-05-25T14:23:15.034" v="1859" actId="20577"/>
        <pc:sldMkLst>
          <pc:docMk/>
          <pc:sldMk cId="800519964" sldId="2472"/>
        </pc:sldMkLst>
        <pc:spChg chg="add mod">
          <ac:chgData name="Jovan Tan" userId="f6d290dbaf3d4551" providerId="LiveId" clId="{66CF745F-D973-4969-B22B-C8321BD7CC01}" dt="2025-05-25T14:23:15.034" v="1859" actId="20577"/>
          <ac:spMkLst>
            <pc:docMk/>
            <pc:sldMk cId="800519964" sldId="2472"/>
            <ac:spMk id="2" creationId="{AC37C643-46E8-9894-5F22-092D1417D36A}"/>
          </ac:spMkLst>
        </pc:spChg>
        <pc:spChg chg="mod ord">
          <ac:chgData name="Jovan Tan" userId="f6d290dbaf3d4551" providerId="LiveId" clId="{66CF745F-D973-4969-B22B-C8321BD7CC01}" dt="2025-05-25T13:34:58.526" v="1743" actId="26606"/>
          <ac:spMkLst>
            <pc:docMk/>
            <pc:sldMk cId="800519964" sldId="2472"/>
            <ac:spMk id="4" creationId="{02D9A9B0-A12E-3557-4FE5-24182B1D2EB4}"/>
          </ac:spMkLst>
        </pc:spChg>
        <pc:spChg chg="add mod ord">
          <ac:chgData name="Jovan Tan" userId="f6d290dbaf3d4551" providerId="LiveId" clId="{66CF745F-D973-4969-B22B-C8321BD7CC01}" dt="2025-05-25T13:34:58.526" v="1743" actId="26606"/>
          <ac:spMkLst>
            <pc:docMk/>
            <pc:sldMk cId="800519964" sldId="2472"/>
            <ac:spMk id="6" creationId="{07C57666-0E25-60EF-6B2E-A61D82D1A8EE}"/>
          </ac:spMkLst>
        </pc:spChg>
        <pc:spChg chg="add">
          <ac:chgData name="Jovan Tan" userId="f6d290dbaf3d4551" providerId="LiveId" clId="{66CF745F-D973-4969-B22B-C8321BD7CC01}" dt="2025-05-25T13:34:58.526" v="1743" actId="26606"/>
          <ac:spMkLst>
            <pc:docMk/>
            <pc:sldMk cId="800519964" sldId="2472"/>
            <ac:spMk id="1031" creationId="{2B97F24A-32CE-4C1C-A50D-3016B394DCFB}"/>
          </ac:spMkLst>
        </pc:spChg>
        <pc:spChg chg="add">
          <ac:chgData name="Jovan Tan" userId="f6d290dbaf3d4551" providerId="LiveId" clId="{66CF745F-D973-4969-B22B-C8321BD7CC01}" dt="2025-05-25T13:34:58.526" v="1743" actId="26606"/>
          <ac:spMkLst>
            <pc:docMk/>
            <pc:sldMk cId="800519964" sldId="2472"/>
            <ac:spMk id="1033" creationId="{CD8B4F24-440B-49E9-B85D-733523DC064B}"/>
          </ac:spMkLst>
        </pc:spChg>
        <pc:picChg chg="add mod ord">
          <ac:chgData name="Jovan Tan" userId="f6d290dbaf3d4551" providerId="LiveId" clId="{66CF745F-D973-4969-B22B-C8321BD7CC01}" dt="2025-05-25T13:34:58.526" v="1743" actId="26606"/>
          <ac:picMkLst>
            <pc:docMk/>
            <pc:sldMk cId="800519964" sldId="2472"/>
            <ac:picMk id="1026" creationId="{107FD1F3-43ED-1C2B-F0A2-DB7D409B3545}"/>
          </ac:picMkLst>
        </pc:picChg>
      </pc:sldChg>
      <pc:sldChg chg="addSp delSp modSp add mod ord">
        <pc:chgData name="Jovan Tan" userId="f6d290dbaf3d4551" providerId="LiveId" clId="{66CF745F-D973-4969-B22B-C8321BD7CC01}" dt="2025-05-25T14:47:08.549" v="3030" actId="20577"/>
        <pc:sldMkLst>
          <pc:docMk/>
          <pc:sldMk cId="2966342663" sldId="2473"/>
        </pc:sldMkLst>
        <pc:spChg chg="mod">
          <ac:chgData name="Jovan Tan" userId="f6d290dbaf3d4551" providerId="LiveId" clId="{66CF745F-D973-4969-B22B-C8321BD7CC01}" dt="2025-05-25T14:26:50.962" v="1875" actId="20577"/>
          <ac:spMkLst>
            <pc:docMk/>
            <pc:sldMk cId="2966342663" sldId="2473"/>
            <ac:spMk id="2" creationId="{01E924C8-2D24-76D6-56BD-C5DD6E791E83}"/>
          </ac:spMkLst>
        </pc:spChg>
        <pc:spChg chg="add del mod">
          <ac:chgData name="Jovan Tan" userId="f6d290dbaf3d4551" providerId="LiveId" clId="{66CF745F-D973-4969-B22B-C8321BD7CC01}" dt="2025-05-25T14:26:39.733" v="1864" actId="931"/>
          <ac:spMkLst>
            <pc:docMk/>
            <pc:sldMk cId="2966342663" sldId="2473"/>
            <ac:spMk id="4" creationId="{5091A934-E36D-B014-C681-8E17D6BC2F10}"/>
          </ac:spMkLst>
        </pc:spChg>
        <pc:spChg chg="mod">
          <ac:chgData name="Jovan Tan" userId="f6d290dbaf3d4551" providerId="LiveId" clId="{66CF745F-D973-4969-B22B-C8321BD7CC01}" dt="2025-05-25T14:47:08.549" v="3030" actId="20577"/>
          <ac:spMkLst>
            <pc:docMk/>
            <pc:sldMk cId="2966342663" sldId="2473"/>
            <ac:spMk id="14" creationId="{37BCD69E-81F1-D6F6-BDAA-8C983DCD0D14}"/>
          </ac:spMkLst>
        </pc:spChg>
        <pc:picChg chg="add mod">
          <ac:chgData name="Jovan Tan" userId="f6d290dbaf3d4551" providerId="LiveId" clId="{66CF745F-D973-4969-B22B-C8321BD7CC01}" dt="2025-05-25T14:27:53.955" v="1902" actId="14100"/>
          <ac:picMkLst>
            <pc:docMk/>
            <pc:sldMk cId="2966342663" sldId="2473"/>
            <ac:picMk id="6" creationId="{CC8C1619-9A8F-6233-7E56-C96C7653BFD8}"/>
          </ac:picMkLst>
        </pc:picChg>
        <pc:picChg chg="del">
          <ac:chgData name="Jovan Tan" userId="f6d290dbaf3d4551" providerId="LiveId" clId="{66CF745F-D973-4969-B22B-C8321BD7CC01}" dt="2025-05-25T14:26:30.321" v="1863" actId="478"/>
          <ac:picMkLst>
            <pc:docMk/>
            <pc:sldMk cId="2966342663" sldId="2473"/>
            <ac:picMk id="7" creationId="{36725458-11AF-DC64-2B9A-7A5CD3FC228D}"/>
          </ac:picMkLst>
        </pc:picChg>
      </pc:sldChg>
      <pc:sldChg chg="addSp delSp modSp add mod ord">
        <pc:chgData name="Jovan Tan" userId="f6d290dbaf3d4551" providerId="LiveId" clId="{66CF745F-D973-4969-B22B-C8321BD7CC01}" dt="2025-05-25T15:17:14.211" v="3706" actId="20577"/>
        <pc:sldMkLst>
          <pc:docMk/>
          <pc:sldMk cId="684339094" sldId="2474"/>
        </pc:sldMkLst>
        <pc:spChg chg="mod">
          <ac:chgData name="Jovan Tan" userId="f6d290dbaf3d4551" providerId="LiveId" clId="{66CF745F-D973-4969-B22B-C8321BD7CC01}" dt="2025-05-25T14:52:09.205" v="3144" actId="26606"/>
          <ac:spMkLst>
            <pc:docMk/>
            <pc:sldMk cId="684339094" sldId="2474"/>
            <ac:spMk id="2" creationId="{5845BDEA-8D02-BD49-ECDC-49F7B3B81753}"/>
          </ac:spMkLst>
        </pc:spChg>
        <pc:spChg chg="add del mod">
          <ac:chgData name="Jovan Tan" userId="f6d290dbaf3d4551" providerId="LiveId" clId="{66CF745F-D973-4969-B22B-C8321BD7CC01}" dt="2025-05-25T14:51:20.040" v="3118" actId="931"/>
          <ac:spMkLst>
            <pc:docMk/>
            <pc:sldMk cId="684339094" sldId="2474"/>
            <ac:spMk id="4" creationId="{BA4B1D6E-A972-0A2A-5671-F34A9DB4D86F}"/>
          </ac:spMkLst>
        </pc:spChg>
        <pc:spChg chg="mod">
          <ac:chgData name="Jovan Tan" userId="f6d290dbaf3d4551" providerId="LiveId" clId="{66CF745F-D973-4969-B22B-C8321BD7CC01}" dt="2025-05-25T15:17:14.211" v="3706" actId="20577"/>
          <ac:spMkLst>
            <pc:docMk/>
            <pc:sldMk cId="684339094" sldId="2474"/>
            <ac:spMk id="14" creationId="{96C0CBC6-B9A0-1775-16AC-2636F2BBD4F6}"/>
          </ac:spMkLst>
        </pc:spChg>
        <pc:picChg chg="del">
          <ac:chgData name="Jovan Tan" userId="f6d290dbaf3d4551" providerId="LiveId" clId="{66CF745F-D973-4969-B22B-C8321BD7CC01}" dt="2025-05-25T14:51:09.552" v="3109" actId="478"/>
          <ac:picMkLst>
            <pc:docMk/>
            <pc:sldMk cId="684339094" sldId="2474"/>
            <ac:picMk id="6" creationId="{76012FB1-775D-7B96-141F-DC7CF0A775F7}"/>
          </ac:picMkLst>
        </pc:picChg>
        <pc:picChg chg="add mod ord">
          <ac:chgData name="Jovan Tan" userId="f6d290dbaf3d4551" providerId="LiveId" clId="{66CF745F-D973-4969-B22B-C8321BD7CC01}" dt="2025-05-25T14:52:09.205" v="3144" actId="26606"/>
          <ac:picMkLst>
            <pc:docMk/>
            <pc:sldMk cId="684339094" sldId="2474"/>
            <ac:picMk id="7" creationId="{121884BD-F9A5-3D8F-49E9-15E961FE0B41}"/>
          </ac:picMkLst>
        </pc:picChg>
        <pc:picChg chg="del">
          <ac:chgData name="Jovan Tan" userId="f6d290dbaf3d4551" providerId="LiveId" clId="{66CF745F-D973-4969-B22B-C8321BD7CC01}" dt="2025-05-25T14:51:39.277" v="3119" actId="478"/>
          <ac:picMkLst>
            <pc:docMk/>
            <pc:sldMk cId="684339094" sldId="2474"/>
            <ac:picMk id="8" creationId="{9EBE042D-FAF7-E92B-D81A-9F93F13D850E}"/>
          </ac:picMkLst>
        </pc:picChg>
        <pc:picChg chg="del">
          <ac:chgData name="Jovan Tan" userId="f6d290dbaf3d4551" providerId="LiveId" clId="{66CF745F-D973-4969-B22B-C8321BD7CC01}" dt="2025-05-25T14:51:40.487" v="3120" actId="478"/>
          <ac:picMkLst>
            <pc:docMk/>
            <pc:sldMk cId="684339094" sldId="2474"/>
            <ac:picMk id="9" creationId="{A313D5A3-ED38-1B42-A918-7F31D85E2508}"/>
          </ac:picMkLst>
        </pc:picChg>
      </pc:sldChg>
      <pc:sldChg chg="addSp delSp modSp new del mod chgLayout">
        <pc:chgData name="Jovan Tan" userId="f6d290dbaf3d4551" providerId="LiveId" clId="{66CF745F-D973-4969-B22B-C8321BD7CC01}" dt="2025-05-25T14:58:17.521" v="3352" actId="47"/>
        <pc:sldMkLst>
          <pc:docMk/>
          <pc:sldMk cId="1826961655" sldId="2475"/>
        </pc:sldMkLst>
        <pc:spChg chg="del">
          <ac:chgData name="Jovan Tan" userId="f6d290dbaf3d4551" providerId="LiveId" clId="{66CF745F-D973-4969-B22B-C8321BD7CC01}" dt="2025-05-25T14:57:29.377" v="3341" actId="931"/>
          <ac:spMkLst>
            <pc:docMk/>
            <pc:sldMk cId="1826961655" sldId="2475"/>
            <ac:spMk id="2" creationId="{4E38220A-E4E0-D0D6-1D95-1F5BC77C58FA}"/>
          </ac:spMkLst>
        </pc:spChg>
        <pc:spChg chg="mod">
          <ac:chgData name="Jovan Tan" userId="f6d290dbaf3d4551" providerId="LiveId" clId="{66CF745F-D973-4969-B22B-C8321BD7CC01}" dt="2025-05-25T14:57:41.275" v="3344" actId="26606"/>
          <ac:spMkLst>
            <pc:docMk/>
            <pc:sldMk cId="1826961655" sldId="2475"/>
            <ac:spMk id="3" creationId="{E1900A90-A6CC-9648-D4A3-1D56569AB49F}"/>
          </ac:spMkLst>
        </pc:spChg>
        <pc:spChg chg="mod modVis">
          <ac:chgData name="Jovan Tan" userId="f6d290dbaf3d4551" providerId="LiveId" clId="{66CF745F-D973-4969-B22B-C8321BD7CC01}" dt="2025-05-25T14:57:41.275" v="3344" actId="26606"/>
          <ac:spMkLst>
            <pc:docMk/>
            <pc:sldMk cId="1826961655" sldId="2475"/>
            <ac:spMk id="4" creationId="{A24EDD29-6384-B6C9-B420-CDC53FF6EBCB}"/>
          </ac:spMkLst>
        </pc:spChg>
        <pc:spChg chg="del mod">
          <ac:chgData name="Jovan Tan" userId="f6d290dbaf3d4551" providerId="LiveId" clId="{66CF745F-D973-4969-B22B-C8321BD7CC01}" dt="2025-05-25T14:57:41.275" v="3344" actId="26606"/>
          <ac:spMkLst>
            <pc:docMk/>
            <pc:sldMk cId="1826961655" sldId="2475"/>
            <ac:spMk id="5" creationId="{AD9FCD4D-E334-B8A9-090B-E62A55338ADD}"/>
          </ac:spMkLst>
        </pc:spChg>
        <pc:spChg chg="add del mod">
          <ac:chgData name="Jovan Tan" userId="f6d290dbaf3d4551" providerId="LiveId" clId="{66CF745F-D973-4969-B22B-C8321BD7CC01}" dt="2025-05-25T14:58:10.075" v="3347" actId="931"/>
          <ac:spMkLst>
            <pc:docMk/>
            <pc:sldMk cId="1826961655" sldId="2475"/>
            <ac:spMk id="9" creationId="{EB97D251-5445-AD95-C885-0D7D5656DBC9}"/>
          </ac:spMkLst>
        </pc:spChg>
        <pc:spChg chg="add mod">
          <ac:chgData name="Jovan Tan" userId="f6d290dbaf3d4551" providerId="LiveId" clId="{66CF745F-D973-4969-B22B-C8321BD7CC01}" dt="2025-05-25T14:57:41.275" v="3344" actId="26606"/>
          <ac:spMkLst>
            <pc:docMk/>
            <pc:sldMk cId="1826961655" sldId="2475"/>
            <ac:spMk id="12" creationId="{D91137B4-8B8F-2FB0-601E-A51DEBC1BEEE}"/>
          </ac:spMkLst>
        </pc:spChg>
        <pc:spChg chg="add del mod">
          <ac:chgData name="Jovan Tan" userId="f6d290dbaf3d4551" providerId="LiveId" clId="{66CF745F-D973-4969-B22B-C8321BD7CC01}" dt="2025-05-25T14:57:44.340" v="3345" actId="478"/>
          <ac:spMkLst>
            <pc:docMk/>
            <pc:sldMk cId="1826961655" sldId="2475"/>
            <ac:spMk id="14" creationId="{A1117FCE-8449-9BE3-7A95-9A0CB143DB43}"/>
          </ac:spMkLst>
        </pc:spChg>
        <pc:spChg chg="add del mod">
          <ac:chgData name="Jovan Tan" userId="f6d290dbaf3d4551" providerId="LiveId" clId="{66CF745F-D973-4969-B22B-C8321BD7CC01}" dt="2025-05-25T14:58:15.645" v="3351" actId="478"/>
          <ac:spMkLst>
            <pc:docMk/>
            <pc:sldMk cId="1826961655" sldId="2475"/>
            <ac:spMk id="15" creationId="{3BB5413A-8D5D-5FFD-2855-C547E63440C1}"/>
          </ac:spMkLst>
        </pc:spChg>
        <pc:picChg chg="add del mod">
          <ac:chgData name="Jovan Tan" userId="f6d290dbaf3d4551" providerId="LiveId" clId="{66CF745F-D973-4969-B22B-C8321BD7CC01}" dt="2025-05-25T14:58:03.117" v="3346" actId="478"/>
          <ac:picMkLst>
            <pc:docMk/>
            <pc:sldMk cId="1826961655" sldId="2475"/>
            <ac:picMk id="7" creationId="{BC9F5AA3-78B3-FC4D-3871-E64553F61407}"/>
          </ac:picMkLst>
        </pc:picChg>
        <pc:picChg chg="add del mod">
          <ac:chgData name="Jovan Tan" userId="f6d290dbaf3d4551" providerId="LiveId" clId="{66CF745F-D973-4969-B22B-C8321BD7CC01}" dt="2025-05-25T14:58:11.997" v="3350" actId="478"/>
          <ac:picMkLst>
            <pc:docMk/>
            <pc:sldMk cId="1826961655" sldId="2475"/>
            <ac:picMk id="11" creationId="{49B8C2AA-2AB3-D666-C95A-626BDBFFE99C}"/>
          </ac:picMkLst>
        </pc:picChg>
      </pc:sldChg>
      <pc:sldChg chg="addSp delSp modSp new mod setBg chgLayout">
        <pc:chgData name="Jovan Tan" userId="f6d290dbaf3d4551" providerId="LiveId" clId="{66CF745F-D973-4969-B22B-C8321BD7CC01}" dt="2025-05-25T15:06:43.090" v="3572" actId="20577"/>
        <pc:sldMkLst>
          <pc:docMk/>
          <pc:sldMk cId="2619511211" sldId="2475"/>
        </pc:sldMkLst>
        <pc:spChg chg="del">
          <ac:chgData name="Jovan Tan" userId="f6d290dbaf3d4551" providerId="LiveId" clId="{66CF745F-D973-4969-B22B-C8321BD7CC01}" dt="2025-05-25T14:58:40.197" v="3357" actId="26606"/>
          <ac:spMkLst>
            <pc:docMk/>
            <pc:sldMk cId="2619511211" sldId="2475"/>
            <ac:spMk id="2" creationId="{383FD5F0-D885-4EB2-E501-3A0084427642}"/>
          </ac:spMkLst>
        </pc:spChg>
        <pc:spChg chg="del">
          <ac:chgData name="Jovan Tan" userId="f6d290dbaf3d4551" providerId="LiveId" clId="{66CF745F-D973-4969-B22B-C8321BD7CC01}" dt="2025-05-25T14:58:40.197" v="3357" actId="26606"/>
          <ac:spMkLst>
            <pc:docMk/>
            <pc:sldMk cId="2619511211" sldId="2475"/>
            <ac:spMk id="3" creationId="{00BBB549-F3C3-5BD2-8867-B666D31C6B14}"/>
          </ac:spMkLst>
        </pc:spChg>
        <pc:spChg chg="mod ord modVis">
          <ac:chgData name="Jovan Tan" userId="f6d290dbaf3d4551" providerId="LiveId" clId="{66CF745F-D973-4969-B22B-C8321BD7CC01}" dt="2025-05-25T14:58:40.197" v="3357" actId="26606"/>
          <ac:spMkLst>
            <pc:docMk/>
            <pc:sldMk cId="2619511211" sldId="2475"/>
            <ac:spMk id="4" creationId="{76D755F3-4907-E142-16B8-F378A3A4976E}"/>
          </ac:spMkLst>
        </pc:spChg>
        <pc:spChg chg="del">
          <ac:chgData name="Jovan Tan" userId="f6d290dbaf3d4551" providerId="LiveId" clId="{66CF745F-D973-4969-B22B-C8321BD7CC01}" dt="2025-05-25T14:58:40.197" v="3357" actId="26606"/>
          <ac:spMkLst>
            <pc:docMk/>
            <pc:sldMk cId="2619511211" sldId="2475"/>
            <ac:spMk id="5" creationId="{7D77E71F-D703-0527-14E0-172217BAFF42}"/>
          </ac:spMkLst>
        </pc:spChg>
        <pc:spChg chg="add del">
          <ac:chgData name="Jovan Tan" userId="f6d290dbaf3d4551" providerId="LiveId" clId="{66CF745F-D973-4969-B22B-C8321BD7CC01}" dt="2025-05-25T14:58:30.458" v="3355" actId="478"/>
          <ac:spMkLst>
            <pc:docMk/>
            <pc:sldMk cId="2619511211" sldId="2475"/>
            <ac:spMk id="7" creationId="{7B3302B1-EEB3-5161-460A-DBBE4237EE86}"/>
          </ac:spMkLst>
        </pc:spChg>
        <pc:spChg chg="add del mod">
          <ac:chgData name="Jovan Tan" userId="f6d290dbaf3d4551" providerId="LiveId" clId="{66CF745F-D973-4969-B22B-C8321BD7CC01}" dt="2025-05-25T15:04:19.045" v="3385" actId="478"/>
          <ac:spMkLst>
            <pc:docMk/>
            <pc:sldMk cId="2619511211" sldId="2475"/>
            <ac:spMk id="10" creationId="{857F4E05-ACB4-E898-09A5-3D8BD8C860E4}"/>
          </ac:spMkLst>
        </pc:spChg>
        <pc:spChg chg="add del mod">
          <ac:chgData name="Jovan Tan" userId="f6d290dbaf3d4551" providerId="LiveId" clId="{66CF745F-D973-4969-B22B-C8321BD7CC01}" dt="2025-05-25T15:04:53.945" v="3414" actId="1076"/>
          <ac:spMkLst>
            <pc:docMk/>
            <pc:sldMk cId="2619511211" sldId="2475"/>
            <ac:spMk id="11" creationId="{46775A9E-A01E-D25C-8BC3-BF072AFF52D0}"/>
          </ac:spMkLst>
        </pc:spChg>
        <pc:spChg chg="add del mod">
          <ac:chgData name="Jovan Tan" userId="f6d290dbaf3d4551" providerId="LiveId" clId="{66CF745F-D973-4969-B22B-C8321BD7CC01}" dt="2025-05-25T15:04:14.936" v="3384" actId="478"/>
          <ac:spMkLst>
            <pc:docMk/>
            <pc:sldMk cId="2619511211" sldId="2475"/>
            <ac:spMk id="13" creationId="{D9F99353-373B-94DE-6638-86EEA2A30887}"/>
          </ac:spMkLst>
        </pc:spChg>
        <pc:spChg chg="add mod">
          <ac:chgData name="Jovan Tan" userId="f6d290dbaf3d4551" providerId="LiveId" clId="{66CF745F-D973-4969-B22B-C8321BD7CC01}" dt="2025-05-25T15:06:43.090" v="3572" actId="20577"/>
          <ac:spMkLst>
            <pc:docMk/>
            <pc:sldMk cId="2619511211" sldId="2475"/>
            <ac:spMk id="15" creationId="{38BD4AE1-E461-6CDA-1E0B-1C17148FBAF7}"/>
          </ac:spMkLst>
        </pc:spChg>
        <pc:spChg chg="add">
          <ac:chgData name="Jovan Tan" userId="f6d290dbaf3d4551" providerId="LiveId" clId="{66CF745F-D973-4969-B22B-C8321BD7CC01}" dt="2025-05-25T15:04:03.076" v="3379" actId="26606"/>
          <ac:spMkLst>
            <pc:docMk/>
            <pc:sldMk cId="2619511211" sldId="2475"/>
            <ac:spMk id="20" creationId="{B1595A09-E336-4D1B-9B3A-06A2287A54E2}"/>
          </ac:spMkLst>
        </pc:spChg>
        <pc:spChg chg="add">
          <ac:chgData name="Jovan Tan" userId="f6d290dbaf3d4551" providerId="LiveId" clId="{66CF745F-D973-4969-B22B-C8321BD7CC01}" dt="2025-05-25T15:04:03.076" v="3379" actId="26606"/>
          <ac:spMkLst>
            <pc:docMk/>
            <pc:sldMk cId="2619511211" sldId="2475"/>
            <ac:spMk id="22" creationId="{3540989C-C7B8-473B-BF87-6F2DA6A90006}"/>
          </ac:spMkLst>
        </pc:spChg>
        <pc:picChg chg="add mod ord">
          <ac:chgData name="Jovan Tan" userId="f6d290dbaf3d4551" providerId="LiveId" clId="{66CF745F-D973-4969-B22B-C8321BD7CC01}" dt="2025-05-25T15:04:09.494" v="3382" actId="27614"/>
          <ac:picMkLst>
            <pc:docMk/>
            <pc:sldMk cId="2619511211" sldId="2475"/>
            <ac:picMk id="8" creationId="{605B2B57-749D-CAC8-B980-632264B34FE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497A9A2-04D9-49F4-A323-43775074701C}" type="datetime1">
              <a:rPr lang="en-GB" smtClean="0"/>
              <a:t>25/05/2025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D9AD85-B496-451C-A9B5-64589B09AB2F}" type="datetime1">
              <a:rPr lang="en-GB" smtClean="0"/>
              <a:pPr/>
              <a:t>25/05/2025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574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508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Doesn’t need to go all the way through the layers</a:t>
            </a:r>
          </a:p>
          <a:p>
            <a:pPr rtl="0"/>
            <a:r>
              <a:rPr lang="en-GB" dirty="0"/>
              <a:t>No need packet headers and unpackers reducing delay caused by packet loss in congested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D1B46-FD0A-C1C5-BAEA-3DD38483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67E1E-71AA-9DF0-378A-D6A7D77CC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8C13A9-015C-5823-17EE-969AA1480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Austrian company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992A7-EA85-0333-CD35-4C7C68F8E7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879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29491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2A685-B56B-81DC-FABC-DB53E7DD0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AC52C2-DF34-C8B7-EC17-074E5EB000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E7592E-3C08-2209-15C6-AFEA5E1B5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C485EC-A761-A540-51D9-0B42B6376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42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FC460-F2AF-A831-64FF-517D54389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1BA4CD-C0D2-34EC-BD0A-D02E9AF745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5C232-AF81-CE43-EC0C-9F54E737E2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947FF-E41F-0053-75A4-1FFC6EAC0C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6433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BEE97B-D8C7-8F07-3FEA-21C2A45ED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EFD91-2FE8-9F38-1DA0-A42C8BFAE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B1925-AC5B-0EF0-8A3F-7615C1011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82BD4-B867-A35D-D88C-23C53A00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02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en-GB" spc="300" noProof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en-GB" noProof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en-GB" noProof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en-GB" noProof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en-GB" noProof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en-GB" noProof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en-GB" spc="3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sz="1400" noProof="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en-GB" sz="4800" noProof="0"/>
              <a:t>Click to edit Master title style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en-GB" sz="1600" noProof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 rtl="0">
              <a:buNone/>
            </a:pPr>
            <a:endParaRPr lang="en-GB" noProof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en-GB" noProof="0" smtClean="0"/>
              <a:pPr/>
              <a:t>‹#›</a:t>
            </a:fld>
            <a:endParaRPr lang="en-GB" noProof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en-GB" sz="4000" spc="300" noProof="0"/>
              <a:t>Click to edit Master title style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en-GB" noProof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Secure ESP-now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rtlCol="0"/>
          <a:lstStyle/>
          <a:p>
            <a:pPr rtl="0"/>
            <a:r>
              <a:rPr lang="en-GB" dirty="0"/>
              <a:t>Jovan Christopher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GB" dirty="0"/>
              <a:t>Personal research project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/>
              <a:t>Agenda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753066" cy="3798888"/>
          </a:xfrm>
        </p:spPr>
        <p:txBody>
          <a:bodyPr rtlCol="0"/>
          <a:lstStyle/>
          <a:p>
            <a:pPr rtl="0"/>
            <a:r>
              <a:rPr lang="en-GB" dirty="0"/>
              <a:t>Introduction</a:t>
            </a:r>
          </a:p>
          <a:p>
            <a:pPr rtl="0"/>
            <a:r>
              <a:rPr lang="en-GB" dirty="0"/>
              <a:t>Research Questions</a:t>
            </a:r>
          </a:p>
          <a:p>
            <a:pPr rtl="0"/>
            <a:r>
              <a:rPr lang="en-GB" dirty="0"/>
              <a:t>Tests and Experiments w/ demo</a:t>
            </a:r>
          </a:p>
          <a:p>
            <a:pPr rtl="0"/>
            <a:r>
              <a:rPr lang="en-GB"/>
              <a:t>Implementation w/ </a:t>
            </a:r>
            <a:r>
              <a:rPr lang="en-GB" dirty="0"/>
              <a:t>demo</a:t>
            </a:r>
          </a:p>
          <a:p>
            <a:pPr rtl="0"/>
            <a:r>
              <a:rPr lang="en-GB" dirty="0"/>
              <a:t>Research Questions Answers</a:t>
            </a:r>
          </a:p>
          <a:p>
            <a:pPr rtl="0"/>
            <a:r>
              <a:rPr lang="en-GB" dirty="0" err="1"/>
              <a:t>BoK</a:t>
            </a:r>
            <a:r>
              <a:rPr lang="en-GB" dirty="0"/>
              <a:t> Implementations</a:t>
            </a:r>
          </a:p>
          <a:p>
            <a:pPr rtl="0"/>
            <a:r>
              <a:rPr lang="en-GB" dirty="0"/>
              <a:t>Summary and Questions</a:t>
            </a:r>
          </a:p>
          <a:p>
            <a:pPr rtl="0"/>
            <a:endParaRPr lang="en-GB" dirty="0"/>
          </a:p>
          <a:p>
            <a:pPr rtl="0"/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9" name="Picture Placeholder 8" descr="A black circuit board with a silver chip&#10;&#10;AI-generated content may be incorrect.">
            <a:extLst>
              <a:ext uri="{FF2B5EF4-FFF2-40B4-BE49-F238E27FC236}">
                <a16:creationId xmlns:a16="http://schemas.microsoft.com/office/drawing/2014/main" id="{08CB312B-50CC-675F-4F97-2FA72B12553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4563" r="14563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3950CF-5BF2-4FB0-A36C-48C194F39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55FA470-23EB-4512-8FFB-28DDAB08B00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539" y="1546138"/>
            <a:ext cx="3017520" cy="464871"/>
          </a:xfrm>
        </p:spPr>
        <p:txBody>
          <a:bodyPr rtlCol="0"/>
          <a:lstStyle/>
          <a:p>
            <a:pPr rtl="0"/>
            <a:r>
              <a:rPr lang="en-GB" dirty="0"/>
              <a:t>What is ESP-NOW?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56319DF-036A-473B-95D3-C5F6FF849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99617"/>
            <a:ext cx="4646246" cy="1969028"/>
          </a:xfrm>
        </p:spPr>
        <p:txBody>
          <a:bodyPr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GB" sz="1600" dirty="0">
                <a:cs typeface="Biome Light" panose="020B0303030204020804" pitchFamily="34" charset="0"/>
              </a:rPr>
              <a:t>Wireless communication based on </a:t>
            </a:r>
            <a:r>
              <a:rPr lang="en-GB" sz="1600" b="1" dirty="0">
                <a:cs typeface="Biome Light" panose="020B0303030204020804" pitchFamily="34" charset="0"/>
              </a:rPr>
              <a:t>data-link layer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cs typeface="Biome Light" panose="020B0303030204020804" pitchFamily="34" charset="0"/>
              </a:rPr>
              <a:t>Developed by Es</a:t>
            </a:r>
            <a:r>
              <a:rPr lang="en-GB" dirty="0">
                <a:cs typeface="Biome Light" panose="020B0303030204020804" pitchFamily="34" charset="0"/>
              </a:rPr>
              <a:t>pressif Systems</a:t>
            </a:r>
          </a:p>
          <a:p>
            <a:pPr>
              <a:lnSpc>
                <a:spcPct val="100000"/>
              </a:lnSpc>
            </a:pPr>
            <a:r>
              <a:rPr lang="en-GB" sz="1600" dirty="0">
                <a:cs typeface="Biome Light" panose="020B0303030204020804" pitchFamily="34" charset="0"/>
              </a:rPr>
              <a:t>2.4 GHz band</a:t>
            </a:r>
          </a:p>
          <a:p>
            <a:pPr>
              <a:lnSpc>
                <a:spcPct val="100000"/>
              </a:lnSpc>
            </a:pPr>
            <a:r>
              <a:rPr lang="en-GB" dirty="0">
                <a:cs typeface="Biome Light" panose="020B0303030204020804" pitchFamily="34" charset="0"/>
              </a:rPr>
              <a:t>Released in 2022</a:t>
            </a:r>
            <a:endParaRPr lang="en-GB" sz="1600" dirty="0">
              <a:cs typeface="Biome Light" panose="020B0303030204020804" pitchFamily="34" charset="0"/>
            </a:endParaRPr>
          </a:p>
          <a:p>
            <a:pPr marL="0" indent="0" rtl="0">
              <a:buNone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BADA18-8F0E-4249-A144-6CB8259BA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3</a:t>
            </a:fld>
            <a:endParaRPr lang="en-GB"/>
          </a:p>
        </p:txBody>
      </p:sp>
      <p:pic>
        <p:nvPicPr>
          <p:cNvPr id="15" name="Picture Placeholder 14" descr="A red light in the dark&#10;&#10;AI-generated content may be incorrect.">
            <a:extLst>
              <a:ext uri="{FF2B5EF4-FFF2-40B4-BE49-F238E27FC236}">
                <a16:creationId xmlns:a16="http://schemas.microsoft.com/office/drawing/2014/main" id="{5F8FC028-26B8-68DC-8C4D-B93BCCD9F2C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tretch>
            <a:fillRect/>
          </a:stretch>
        </p:blipFill>
        <p:spPr>
          <a:xfrm>
            <a:off x="855248" y="2384494"/>
            <a:ext cx="3303629" cy="1486633"/>
          </a:xfrm>
        </p:spPr>
      </p:pic>
      <p:pic>
        <p:nvPicPr>
          <p:cNvPr id="16" name="Picture 1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10FFAF-BC06-C1A5-493D-32E1068E76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26" r="13317"/>
          <a:stretch/>
        </p:blipFill>
        <p:spPr bwMode="auto">
          <a:xfrm>
            <a:off x="312220" y="3700821"/>
            <a:ext cx="5783779" cy="266065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25373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7234D-7C72-59A1-AECA-4D3898890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close-up of a device&#10;&#10;AI-generated content may be incorrect.">
            <a:extLst>
              <a:ext uri="{FF2B5EF4-FFF2-40B4-BE49-F238E27FC236}">
                <a16:creationId xmlns:a16="http://schemas.microsoft.com/office/drawing/2014/main" id="{FD2288E9-56CB-401C-B41D-46CD953E5C6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27750" r="27750"/>
          <a:stretch>
            <a:fillRect/>
          </a:stretch>
        </p:blipFill>
        <p:spPr/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263A48A-99B0-393A-DB37-512268035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INTRODUCTION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AE47F8-EAB6-9A4B-720B-C109DD14CA8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539" y="1546138"/>
            <a:ext cx="3017520" cy="464871"/>
          </a:xfrm>
        </p:spPr>
        <p:txBody>
          <a:bodyPr rtlCol="0"/>
          <a:lstStyle/>
          <a:p>
            <a:pPr rtl="0"/>
            <a:r>
              <a:rPr lang="en-GB" dirty="0"/>
              <a:t>Real-Life Application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C9BAD81-C6DF-9C91-1C9A-AC0FE2F1E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99617"/>
            <a:ext cx="4646246" cy="1969028"/>
          </a:xfrm>
        </p:spPr>
        <p:txBody>
          <a:bodyPr rtlCol="0">
            <a:normAutofit/>
          </a:bodyPr>
          <a:lstStyle/>
          <a:p>
            <a:r>
              <a:rPr lang="en-GB" dirty="0" err="1"/>
              <a:t>Aeddix</a:t>
            </a:r>
            <a:r>
              <a:rPr lang="en-GB" dirty="0"/>
              <a:t> Systems GmbH published a news article regarding the use of ESP-NOW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C5023-88D2-2948-48BC-63F8835DF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4</a:t>
            </a:fld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DA1457-C4B4-F018-3974-C681C8AF2B2C}"/>
              </a:ext>
            </a:extLst>
          </p:cNvPr>
          <p:cNvSpPr txBox="1"/>
          <p:nvPr/>
        </p:nvSpPr>
        <p:spPr>
          <a:xfrm>
            <a:off x="0" y="6596531"/>
            <a:ext cx="501412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800" dirty="0"/>
              <a:t>Image source: https://www.aeddix.com/blog/the-rise-of-esp32-and-esp-now-for-industrial-automation</a:t>
            </a:r>
            <a:endParaRPr lang="LID4096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FAD9DC6-66F3-CD92-C1D5-AFBA7C9D5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3064" y="4069337"/>
            <a:ext cx="4040590" cy="263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13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een and blue logo&#10;&#10;AI-generated content may be incorrect.">
            <a:extLst>
              <a:ext uri="{FF2B5EF4-FFF2-40B4-BE49-F238E27FC236}">
                <a16:creationId xmlns:a16="http://schemas.microsoft.com/office/drawing/2014/main" id="{021152BE-DCA2-2D03-9BC5-CB22E4F34A2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tretch>
            <a:fillRect/>
          </a:stretch>
        </p:blipFill>
        <p:spPr>
          <a:xfrm>
            <a:off x="10931" y="25832"/>
            <a:ext cx="5955531" cy="397035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36CD3-468B-D73B-CCC8-1C04EADA2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5</a:t>
            </a:fld>
            <a:endParaRPr lang="en-GB" noProof="0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51686C5-D25B-35F8-4FFC-91E96A039B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3925" y="2634094"/>
            <a:ext cx="4821920" cy="4010427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A0ACA2F-B244-13CE-C4E7-9D5B96882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Introduction</a:t>
            </a:r>
            <a:endParaRPr lang="LID4096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3D8CDE0-57BB-4707-6E94-516B03F02D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539" y="1546138"/>
            <a:ext cx="3017520" cy="464871"/>
          </a:xfrm>
        </p:spPr>
        <p:txBody>
          <a:bodyPr rtlCol="0"/>
          <a:lstStyle/>
          <a:p>
            <a:pPr rtl="0"/>
            <a:r>
              <a:rPr lang="en-GB" dirty="0"/>
              <a:t>Real-Life Application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EEFD2A-A282-8AD2-04D7-91EE5407C4F6}"/>
              </a:ext>
            </a:extLst>
          </p:cNvPr>
          <p:cNvSpPr txBox="1"/>
          <p:nvPr/>
        </p:nvSpPr>
        <p:spPr>
          <a:xfrm>
            <a:off x="5578839" y="6452679"/>
            <a:ext cx="609426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sz="800" dirty="0"/>
              <a:t>Source: https://www.seeedstudio.com/blog/2023/12/11/revolutionizing-remote-control-explore-micromote-an-esp-now-based-gesture-remote-with-xiao-esp32s3-and-smart-gesture-sensor/</a:t>
            </a:r>
            <a:endParaRPr lang="LID4096" sz="800" dirty="0"/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A6876F3B-B053-BAB2-E822-B3A80FEE62E7}"/>
              </a:ext>
            </a:extLst>
          </p:cNvPr>
          <p:cNvSpPr txBox="1">
            <a:spLocks/>
          </p:cNvSpPr>
          <p:nvPr/>
        </p:nvSpPr>
        <p:spPr>
          <a:xfrm>
            <a:off x="6096000" y="2799617"/>
            <a:ext cx="4646246" cy="19690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err="1"/>
              <a:t>Seeed</a:t>
            </a:r>
            <a:r>
              <a:rPr lang="en-GB" dirty="0"/>
              <a:t> Studio created “</a:t>
            </a:r>
            <a:r>
              <a:rPr lang="en-GB" dirty="0" err="1"/>
              <a:t>MicroMote</a:t>
            </a:r>
            <a:r>
              <a:rPr lang="en-GB" dirty="0"/>
              <a:t>” based on ESP-NOW</a:t>
            </a:r>
          </a:p>
          <a:p>
            <a:r>
              <a:rPr lang="en-GB" dirty="0"/>
              <a:t>Gesture remote for smart devices</a:t>
            </a:r>
          </a:p>
        </p:txBody>
      </p:sp>
    </p:spTree>
    <p:extLst>
      <p:ext uri="{BB962C8B-B14F-4D97-AF65-F5344CB8AC3E}">
        <p14:creationId xmlns:p14="http://schemas.microsoft.com/office/powerpoint/2010/main" val="1527792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B14BD-D19D-FD5E-CEEF-6D5DA827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694C58-C587-5BCE-FCF0-04835114E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6</a:t>
            </a:fld>
            <a:endParaRPr lang="en-GB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5AFB1EC-9B0B-A503-A127-EEC59074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Introduction</a:t>
            </a:r>
            <a:endParaRPr lang="LID4096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011CD4B-6CA2-3C9B-CA87-397907A33E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539" y="1546138"/>
            <a:ext cx="3017520" cy="464871"/>
          </a:xfrm>
        </p:spPr>
        <p:txBody>
          <a:bodyPr rtlCol="0"/>
          <a:lstStyle/>
          <a:p>
            <a:pPr rtl="0"/>
            <a:r>
              <a:rPr lang="en-GB" dirty="0"/>
              <a:t>Real-Life Application</a:t>
            </a:r>
          </a:p>
        </p:txBody>
      </p:sp>
      <p:sp>
        <p:nvSpPr>
          <p:cNvPr id="14" name="Content Placeholder 8">
            <a:extLst>
              <a:ext uri="{FF2B5EF4-FFF2-40B4-BE49-F238E27FC236}">
                <a16:creationId xmlns:a16="http://schemas.microsoft.com/office/drawing/2014/main" id="{73DC195F-9183-A0B8-DCCE-12F789D0D88C}"/>
              </a:ext>
            </a:extLst>
          </p:cNvPr>
          <p:cNvSpPr txBox="1">
            <a:spLocks/>
          </p:cNvSpPr>
          <p:nvPr/>
        </p:nvSpPr>
        <p:spPr>
          <a:xfrm>
            <a:off x="6225539" y="2799617"/>
            <a:ext cx="5767678" cy="23750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Nozomi Networks, Cybersecurity company founded in Switzerland</a:t>
            </a:r>
          </a:p>
          <a:p>
            <a:r>
              <a:rPr lang="en-GB" dirty="0"/>
              <a:t>Published a protocol analysis and vulnerability research on ESP-NOW in September 2024</a:t>
            </a:r>
          </a:p>
          <a:p>
            <a:r>
              <a:rPr lang="en-GB" dirty="0"/>
              <a:t>Important vulnerability: replay attacks even on encrypted packets (CVE-2024-42483)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D3F41B-2A75-1F12-1433-534E2A4DC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55"/>
            <a:ext cx="5170249" cy="671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3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C3376-5069-4C7B-BE6B-A3776D1B4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Research Questions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9248A72-A597-48DF-A270-3389F5D20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660945"/>
            <a:ext cx="5669280" cy="4208346"/>
          </a:xfrm>
        </p:spPr>
        <p:txBody>
          <a:bodyPr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How to improve ESP-NOW reliability by providing a secure transfer of data?(</a:t>
            </a: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Brainstorm</a:t>
            </a: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)</a:t>
            </a:r>
          </a:p>
          <a:p>
            <a:pPr>
              <a:lnSpc>
                <a:spcPct val="100000"/>
              </a:lnSpc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What are the potential vulnerabilities of ESP-NOW and how to exploit it? (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Community Research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 and 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Literature Study 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)</a:t>
            </a:r>
          </a:p>
          <a:p>
            <a:pPr>
              <a:lnSpc>
                <a:spcPct val="100000"/>
              </a:lnSpc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How to sniff or intercept data being transmitted through ESP-NOW? (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Community Research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 and then implement 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Security Tests</a:t>
            </a: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)</a:t>
            </a:r>
          </a:p>
          <a:p>
            <a:pPr>
              <a:lnSpc>
                <a:spcPct val="100000"/>
              </a:lnSpc>
              <a:defRPr/>
            </a:pP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What security measures could be implemented?(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Community Research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,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Literature Study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, and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Available Product Analysis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. Implementation will then be conducted while using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System Tests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,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Code Review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, and 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Prototyping</a:t>
            </a: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)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FA57D11-A25F-4772-8E50-DDB68BE8CB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7</a:t>
            </a:fld>
            <a:endParaRPr lang="en-GB"/>
          </a:p>
        </p:txBody>
      </p:sp>
      <p:pic>
        <p:nvPicPr>
          <p:cNvPr id="7" name="Picture Placeholder 6" descr="A black question mark on a white background&#10;&#10;AI-generated content may be incorrect.">
            <a:extLst>
              <a:ext uri="{FF2B5EF4-FFF2-40B4-BE49-F238E27FC236}">
                <a16:creationId xmlns:a16="http://schemas.microsoft.com/office/drawing/2014/main" id="{16B89D36-2A8B-4773-1B8E-63E0230BDEF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0509" r="10509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516891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7657D-9B9E-3AEC-B5A5-34E9DA7B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writing on a map&#10;&#10;AI-generated content may be incorrect.">
            <a:extLst>
              <a:ext uri="{FF2B5EF4-FFF2-40B4-BE49-F238E27FC236}">
                <a16:creationId xmlns:a16="http://schemas.microsoft.com/office/drawing/2014/main" id="{DB453574-7354-3FDE-9C2D-4DA522C3BF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8571" r="28540" b="-1"/>
          <a:stretch>
            <a:fillRect/>
          </a:stretch>
        </p:blipFill>
        <p:spPr>
          <a:xfrm>
            <a:off x="20" y="10"/>
            <a:ext cx="6095980" cy="685799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F8A612-7F91-F461-6C45-3787233E6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3400" dirty="0"/>
              <a:t>Tests and experiments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202BFE3-3A81-A7F9-BB4A-89661A8F1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smtClean="0"/>
              <a:pPr rtl="0">
                <a:spcAft>
                  <a:spcPts val="600"/>
                </a:spcAft>
              </a:pPr>
              <a:t>8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07AD1C11-DEA8-23BC-19F1-DD30BA956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62337" y="1465811"/>
            <a:ext cx="3477953" cy="508461"/>
          </a:xfrm>
        </p:spPr>
        <p:txBody>
          <a:bodyPr rtlCol="0">
            <a:normAutofit/>
          </a:bodyPr>
          <a:lstStyle/>
          <a:p>
            <a:pPr marL="0" marR="0" lvl="0" indent="0" defTabSz="914400" rtl="0" eaLnBrk="1" fontAlgn="auto" latinLnBrk="0" hangingPunct="1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1700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</a:rPr>
              <a:t>Initial Attack Plans(before testing)</a:t>
            </a:r>
          </a:p>
        </p:txBody>
      </p:sp>
      <p:pic>
        <p:nvPicPr>
          <p:cNvPr id="8" name="Picture 7" descr="A diagram of a network&#10;&#10;AI-generated content may be incorrect.">
            <a:extLst>
              <a:ext uri="{FF2B5EF4-FFF2-40B4-BE49-F238E27FC236}">
                <a16:creationId xmlns:a16="http://schemas.microsoft.com/office/drawing/2014/main" id="{E040C94D-C821-8F89-0584-CB0B56D0C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7145" y="2119668"/>
            <a:ext cx="3572491" cy="2059508"/>
          </a:xfrm>
          <a:prstGeom prst="rect">
            <a:avLst/>
          </a:prstGeom>
        </p:spPr>
      </p:pic>
      <p:pic>
        <p:nvPicPr>
          <p:cNvPr id="9" name="Picture 8" descr="A diagram of a computer flowchart&#10;&#10;AI-generated content may be incorrect.">
            <a:extLst>
              <a:ext uri="{FF2B5EF4-FFF2-40B4-BE49-F238E27FC236}">
                <a16:creationId xmlns:a16="http://schemas.microsoft.com/office/drawing/2014/main" id="{74AC1AD8-85FD-CCBB-9ED0-DF1708E588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1391" y="4643603"/>
            <a:ext cx="3981826" cy="221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783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FA271F58-3ADB-800D-4DE0-2716136CB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/>
          <a:lstStyle/>
          <a:p>
            <a:r>
              <a:rPr lang="en-US" dirty="0"/>
              <a:t>Tests and experiments</a:t>
            </a:r>
            <a:br>
              <a:rPr lang="en-US" dirty="0"/>
            </a:br>
            <a:r>
              <a:rPr lang="en-US" sz="1600" dirty="0"/>
              <a:t>First phase results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7F72B-483C-10A2-F8EE-C00024F31C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549269" y="6468303"/>
            <a:ext cx="44394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noProof="0" smtClean="0"/>
              <a:pPr rtl="0">
                <a:spcAft>
                  <a:spcPts val="600"/>
                </a:spcAft>
              </a:pPr>
              <a:t>9</a:t>
            </a:fld>
            <a:endParaRPr lang="en-GB" noProof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DCF0EC-E68D-17B3-45E7-A1FF5ED19E02}"/>
              </a:ext>
            </a:extLst>
          </p:cNvPr>
          <p:cNvSpPr txBox="1"/>
          <p:nvPr/>
        </p:nvSpPr>
        <p:spPr>
          <a:xfrm>
            <a:off x="303934" y="1723538"/>
            <a:ext cx="6094268" cy="2306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ESP-32s could sniff with its promiscuous mode but is 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unable to capture the whole packet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ESP-32’s sniffing </a:t>
            </a:r>
            <a:r>
              <a:rPr lang="en-GB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couldn’t determine the protocol 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 the packets.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Packet length captured by ESP-32 and Wireshark are different, due to the reason explained in the first statement.</a:t>
            </a:r>
            <a:endParaRPr lang="en-GB" sz="2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0572893-B931-1D66-5DEB-3CC0387172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83" y="1859973"/>
            <a:ext cx="11842510" cy="489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131959-9AA9-A744-1334-B4939CF0DC1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00" t="66890" b="11365"/>
          <a:stretch/>
        </p:blipFill>
        <p:spPr bwMode="auto">
          <a:xfrm>
            <a:off x="146733" y="1859973"/>
            <a:ext cx="11894560" cy="343939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2066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35971B-B85B-FDB9-CE90-9C8DDAA8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242964" cy="1435947"/>
          </a:xfrm>
        </p:spPr>
        <p:txBody>
          <a:bodyPr/>
          <a:lstStyle/>
          <a:p>
            <a:r>
              <a:rPr lang="en-ID" dirty="0"/>
              <a:t>Tests and Experiments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62A13-BB0F-5600-AF4C-64B9E31AF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10</a:t>
            </a:fld>
            <a:endParaRPr lang="en-GB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A20DF5-F217-51D1-F771-3605BE6796AB}"/>
              </a:ext>
            </a:extLst>
          </p:cNvPr>
          <p:cNvSpPr txBox="1"/>
          <p:nvPr/>
        </p:nvSpPr>
        <p:spPr>
          <a:xfrm>
            <a:off x="4759035" y="1677492"/>
            <a:ext cx="29925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Revised Attack Plan</a:t>
            </a:r>
            <a:endParaRPr lang="LID4096" dirty="0"/>
          </a:p>
        </p:txBody>
      </p:sp>
      <p:pic>
        <p:nvPicPr>
          <p:cNvPr id="10" name="Picture 9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6BC5979A-426C-2975-DA75-B7FED55BA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14" y="1954491"/>
            <a:ext cx="10955215" cy="4903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24440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29FE0D-6BFD-BCA2-404C-0A9C67A2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9474" y="133773"/>
            <a:ext cx="4846320" cy="1435947"/>
          </a:xfrm>
        </p:spPr>
        <p:txBody>
          <a:bodyPr/>
          <a:lstStyle/>
          <a:p>
            <a:r>
              <a:rPr lang="en-ID" dirty="0"/>
              <a:t>Test and experiments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58D5E3-8017-3316-5A14-7576C2E6A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en-GB" noProof="0" smtClean="0"/>
              <a:t>11</a:t>
            </a:fld>
            <a:endParaRPr lang="en-GB" noProof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84EF93-68AC-9018-64C0-850A6132D76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9474" y="2576944"/>
            <a:ext cx="5719790" cy="237428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Successful replay attack on unencrypted ESP-NOW transmission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Combination of Wireshark and ESP32</a:t>
            </a:r>
            <a:endParaRPr lang="LID4096" dirty="0"/>
          </a:p>
        </p:txBody>
      </p:sp>
      <p:pic>
        <p:nvPicPr>
          <p:cNvPr id="7" name="Picture 6" descr="A black screen with white dots&#10;&#10;AI-generated content may be incorrect.">
            <a:extLst>
              <a:ext uri="{FF2B5EF4-FFF2-40B4-BE49-F238E27FC236}">
                <a16:creationId xmlns:a16="http://schemas.microsoft.com/office/drawing/2014/main" id="{55EA8C22-907B-4268-C71B-DE96C3557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736" y="4483717"/>
            <a:ext cx="12192000" cy="2374284"/>
          </a:xfrm>
          <a:prstGeom prst="rect">
            <a:avLst/>
          </a:prstGeom>
        </p:spPr>
      </p:pic>
      <p:pic>
        <p:nvPicPr>
          <p:cNvPr id="8" name="Picture 7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3D091CE9-18FC-2157-0017-D6EA169A3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69720"/>
            <a:ext cx="6399474" cy="28643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142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A18313A-38C1-7DEE-00AB-F603CCC0A81F}"/>
              </a:ext>
            </a:extLst>
          </p:cNvPr>
          <p:cNvSpPr txBox="1"/>
          <p:nvPr/>
        </p:nvSpPr>
        <p:spPr>
          <a:xfrm>
            <a:off x="6225539" y="1546138"/>
            <a:ext cx="4023360" cy="46487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endParaRPr lang="en-GB" sz="600" kern="1200" spc="300" baseline="0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 descr="Nozomi Networks Pioneers SaaS Security and Visibility Solution for ...">
            <a:extLst>
              <a:ext uri="{FF2B5EF4-FFF2-40B4-BE49-F238E27FC236}">
                <a16:creationId xmlns:a16="http://schemas.microsoft.com/office/drawing/2014/main" id="{CC4602A1-30E7-F4D8-B7D5-774155817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2137035"/>
            <a:ext cx="5416550" cy="2572861"/>
          </a:xfrm>
          <a:prstGeom prst="rect">
            <a:avLst/>
          </a:prstGeom>
          <a:solidFill>
            <a:srgbClr val="FFFFFF"/>
          </a:solidFill>
          <a:effectLst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DB5211-2176-A78E-F242-249DE3B373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GB" smtClean="0"/>
              <a:pPr>
                <a:spcAft>
                  <a:spcPts val="600"/>
                </a:spcAft>
              </a:pPr>
              <a:t>12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895C42-24F3-AC73-9495-65133E80D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2799617"/>
            <a:ext cx="4646246" cy="221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 dirty="0"/>
              <a:t>Using the built-in ESP-NOW encryption(patched)</a:t>
            </a:r>
          </a:p>
          <a:p>
            <a:r>
              <a:rPr lang="en-GB" dirty="0"/>
              <a:t>According to Nozomi Networks, not long after they discovered the vulnerability, </a:t>
            </a:r>
            <a:r>
              <a:rPr lang="en-GB" dirty="0" err="1"/>
              <a:t>Espressif</a:t>
            </a:r>
            <a:r>
              <a:rPr lang="en-GB" dirty="0"/>
              <a:t> has patched the vulnerability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2E4835A-68B5-CA25-4838-83DCBD41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kern="1200" cap="all" baseline="0">
                <a:latin typeface="+mj-lt"/>
                <a:ea typeface="+mj-ea"/>
                <a:cs typeface="+mj-cs"/>
              </a:rPr>
              <a:t>Implementation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E51210-7C9E-D82C-BAD1-27ECBCEAD5D6}"/>
              </a:ext>
            </a:extLst>
          </p:cNvPr>
          <p:cNvSpPr txBox="1"/>
          <p:nvPr/>
        </p:nvSpPr>
        <p:spPr>
          <a:xfrm>
            <a:off x="86669" y="6630295"/>
            <a:ext cx="9516717" cy="203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GB" sz="800" kern="1200" spc="300" baseline="0" dirty="0">
                <a:latin typeface="+mn-lt"/>
                <a:ea typeface="+mn-ea"/>
                <a:cs typeface="+mn-cs"/>
              </a:rPr>
              <a:t>Source: https://www.nozominetworks.com/blog/flaws-in-espressif-esp-now-allow-attackers-to-replay-communications</a:t>
            </a:r>
          </a:p>
        </p:txBody>
      </p:sp>
    </p:spTree>
    <p:extLst>
      <p:ext uri="{BB962C8B-B14F-4D97-AF65-F5344CB8AC3E}">
        <p14:creationId xmlns:p14="http://schemas.microsoft.com/office/powerpoint/2010/main" val="28390312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07C57666-0E25-60EF-6B2E-A61D82D1A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CCMP with AES-128</a:t>
            </a:r>
          </a:p>
        </p:txBody>
      </p:sp>
      <p:sp>
        <p:nvSpPr>
          <p:cNvPr id="103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7C643-46E8-9894-5F22-092D1417D36A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Standard security provided by Espressif’s ESP-NOW library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Replay attack vulnerability fixed in ESP-NOW 2.5.2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Providing up to 16 bytes of encryption key(both PMK and up to 6 LMK)</a:t>
            </a:r>
          </a:p>
        </p:txBody>
      </p:sp>
      <p:pic>
        <p:nvPicPr>
          <p:cNvPr id="1026" name="Picture 2" descr="CCMP encryption diagram. | Download Scientific Diagram">
            <a:extLst>
              <a:ext uri="{FF2B5EF4-FFF2-40B4-BE49-F238E27FC236}">
                <a16:creationId xmlns:a16="http://schemas.microsoft.com/office/drawing/2014/main" id="{107FD1F3-43ED-1C2B-F0A2-DB7D409B35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54296" y="1927441"/>
            <a:ext cx="6903720" cy="300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D9A9B0-A12E-3557-4FE5-24182B1D2E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noProof="0" smtClean="0"/>
              <a:pPr>
                <a:spcAft>
                  <a:spcPts val="600"/>
                </a:spcAft>
              </a:pPr>
              <a:t>13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00519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A4E6D-6288-C8B3-A1AE-F9B1B9F82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924C8-2D24-76D6-56BD-C5DD6E791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dirty="0"/>
              <a:t>Research Questions(Answers)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37BCD69E-81F1-D6F6-BDAA-8C983DCD0D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2543" y="1660945"/>
            <a:ext cx="8292737" cy="4208346"/>
          </a:xfrm>
        </p:spPr>
        <p:txBody>
          <a:bodyPr rtlCol="0">
            <a:normAutofit fontScale="92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0" i="0" u="none" strike="noStrike" kern="1200" cap="none" spc="30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How to improve ESP-NOW reliability by providing a secure transfer of data</a:t>
            </a:r>
            <a:r>
              <a:rPr lang="en-GB" sz="2000" spc="300" dirty="0">
                <a:cs typeface="Biome Light" panose="020B0303030204020804" pitchFamily="34" charset="0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sz="2000" b="1" i="1" spc="300" dirty="0">
                <a:cs typeface="Biome Light" panose="020B0303030204020804" pitchFamily="34" charset="0"/>
              </a:rPr>
              <a:t>Implementing message encryption and authentication while making sure that a self-generated encryption key of 16 bytes is used.</a:t>
            </a:r>
            <a:endParaRPr lang="en-GB" sz="2000" b="1" i="1" u="none" strike="noStrike" kern="1200" cap="none" spc="30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What are the potential vulnerabilities of ESP-NOW and how to exploit it?</a:t>
            </a:r>
            <a:r>
              <a:rPr lang="en-GB" dirty="0">
                <a:cs typeface="Biome Light" panose="020B0303030204020804" pitchFamily="34" charset="0"/>
              </a:rPr>
              <a:t> </a:t>
            </a:r>
            <a:r>
              <a:rPr lang="en-GB" b="1" i="1" dirty="0">
                <a:cs typeface="Biome Light" panose="020B0303030204020804" pitchFamily="34" charset="0"/>
              </a:rPr>
              <a:t>Replay attack vulnerability persists although the risk is lower after the fix, out of bounds memory read. Exploiting encrypted ESP-NOW could be done by intercepting raw packets and retransmitting the packet to the destination node, however this needs deep understanding of the protocol and lots of experience.</a:t>
            </a:r>
            <a:endParaRPr lang="en-GB" sz="16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>
              <a:lnSpc>
                <a:spcPct val="100000"/>
              </a:lnSpc>
              <a:defRPr/>
            </a:pPr>
            <a:r>
              <a:rPr lang="en-GB" sz="1600" b="0" i="0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How to sniff or intercept data being transmitted through ESP-NOW? </a:t>
            </a:r>
            <a:r>
              <a:rPr lang="en-GB" sz="1600" b="1" i="1" u="none" strike="noStrike" kern="1200" cap="none" spc="0" normalizeH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Wireshark or any other network analysis/sniffer software can be used including an ESP-32.</a:t>
            </a:r>
            <a:endParaRPr lang="en-GB" sz="1600" b="0" i="0" u="none" strike="noStrike" kern="1200" cap="none" spc="0" normalizeH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  <a:p>
            <a:pPr>
              <a:lnSpc>
                <a:spcPct val="100000"/>
              </a:lnSpc>
              <a:defRPr/>
            </a:pPr>
            <a:r>
              <a:rPr kumimoji="0" lang="en-GB" sz="1600" b="0" i="0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What security measures could be implemented? </a:t>
            </a:r>
            <a:r>
              <a:rPr kumimoji="0" lang="en-GB" sz="1600" b="1" i="1" u="none" strike="noStrike" kern="1200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Biome Light" panose="020B0303030204020804" pitchFamily="34" charset="0"/>
              </a:rPr>
              <a:t>Basic security: built-in security by ESP-NOW using CCMP and AES-128. Advanced security: lots of encryption and authentication library to be used in combination with ESP-NOW such as ChaCha20 and GCMP however in the world of embedded systems memory is a scarce resource most of the time so deciding on a protocol that is not overkill is important.</a:t>
            </a:r>
            <a:endParaRPr kumimoji="0" lang="en-GB" sz="1600" b="0" i="0" u="none" strike="noStrike" kern="120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Biome Light" panose="020B03030302040208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6884FE1-BA27-F686-C75E-93B0DEC65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en-GB" smtClean="0"/>
              <a:t>14</a:t>
            </a:fld>
            <a:endParaRPr lang="en-GB"/>
          </a:p>
        </p:txBody>
      </p:sp>
      <p:pic>
        <p:nvPicPr>
          <p:cNvPr id="6" name="Picture Placeholder 5" descr="A light bulb with rays of light&#10;&#10;AI-generated content may be incorrect.">
            <a:extLst>
              <a:ext uri="{FF2B5EF4-FFF2-40B4-BE49-F238E27FC236}">
                <a16:creationId xmlns:a16="http://schemas.microsoft.com/office/drawing/2014/main" id="{CC8C1619-9A8F-6233-7E56-C96C7653BFD8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10509" r="10509"/>
          <a:stretch>
            <a:fillRect/>
          </a:stretch>
        </p:blipFill>
        <p:spPr>
          <a:xfrm>
            <a:off x="0" y="0"/>
            <a:ext cx="3241332" cy="4103914"/>
          </a:xfrm>
        </p:spPr>
      </p:pic>
    </p:spTree>
    <p:extLst>
      <p:ext uri="{BB962C8B-B14F-4D97-AF65-F5344CB8AC3E}">
        <p14:creationId xmlns:p14="http://schemas.microsoft.com/office/powerpoint/2010/main" val="2966342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C13F9-31CD-4DB5-1C9E-60C84334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lose-up of a shield&#10;&#10;AI-generated content may be incorrect.">
            <a:extLst>
              <a:ext uri="{FF2B5EF4-FFF2-40B4-BE49-F238E27FC236}">
                <a16:creationId xmlns:a16="http://schemas.microsoft.com/office/drawing/2014/main" id="{121884BD-F9A5-3D8F-49E9-15E961FE0B4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7294" r="4929"/>
          <a:stretch>
            <a:fillRect/>
          </a:stretch>
        </p:blipFill>
        <p:spPr>
          <a:xfrm>
            <a:off x="20" y="10"/>
            <a:ext cx="6095980" cy="685799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845BDEA-8D02-BD49-ECDC-49F7B3B81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9474" y="294584"/>
            <a:ext cx="4846320" cy="881073"/>
          </a:xfrm>
        </p:spPr>
        <p:txBody>
          <a:bodyPr rtlCol="0" anchor="t">
            <a:normAutofit/>
          </a:bodyPr>
          <a:lstStyle/>
          <a:p>
            <a:pPr rtl="0">
              <a:lnSpc>
                <a:spcPct val="140000"/>
              </a:lnSpc>
            </a:pPr>
            <a:r>
              <a:rPr lang="en-GB" sz="3800" err="1"/>
              <a:t>BoK</a:t>
            </a:r>
            <a:r>
              <a:rPr lang="en-GB" sz="3800"/>
              <a:t> implementation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B86E26A8-12FF-E759-0678-E5A7C4E98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 anchor="ctr">
            <a:normAutofit/>
          </a:bodyPr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smtClean="0"/>
              <a:pPr rtl="0">
                <a:spcAft>
                  <a:spcPts val="600"/>
                </a:spcAft>
              </a:pPr>
              <a:t>15</a:t>
            </a:fld>
            <a:endParaRPr lang="en-GB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6C0CBC6-B9A0-1775-16AC-2636F2BBD4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20" y="2078875"/>
            <a:ext cx="4114800" cy="3798888"/>
          </a:xfrm>
        </p:spPr>
        <p:txBody>
          <a:bodyPr rtlCol="0">
            <a:normAutofit fontScale="92500"/>
          </a:bodyPr>
          <a:lstStyle/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</a:rPr>
              <a:t>Network Scanning (Offensive)</a:t>
            </a:r>
          </a:p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pc="0" dirty="0"/>
              <a:t>Radio Hacking (Offensive)</a:t>
            </a:r>
          </a:p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pc="0" dirty="0"/>
              <a:t>Network Spoofing and MITM (Offensive)</a:t>
            </a:r>
          </a:p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</a:rPr>
              <a:t>Common Vulnerabilities and Exposures (Defensive)</a:t>
            </a:r>
          </a:p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pc="0" dirty="0"/>
              <a:t>Secure Software Design (Defensive)</a:t>
            </a:r>
          </a:p>
          <a:p>
            <a:pPr marL="285750" marR="0" lvl="0" indent="-285750" defTabSz="914400" rtl="0" eaLnBrk="1" fontAlgn="auto" latinLnBrk="0" hangingPunct="1"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b="0" i="0" u="none" strike="noStrike" kern="1200" cap="none" spc="0" normalizeH="0" baseline="0" dirty="0">
                <a:ln>
                  <a:noFill/>
                </a:ln>
                <a:effectLst/>
                <a:uLnTx/>
                <a:uFillTx/>
              </a:rPr>
              <a:t>Encryption and Authentication </a:t>
            </a:r>
            <a:r>
              <a:rPr kumimoji="0" lang="en-GB" b="0" i="0" u="none" strike="noStrike" kern="1200" cap="none" spc="0" normalizeH="0" baseline="0">
                <a:ln>
                  <a:noFill/>
                </a:ln>
                <a:effectLst/>
                <a:uLnTx/>
                <a:uFillTx/>
              </a:rPr>
              <a:t>(Defensive)</a:t>
            </a:r>
            <a:endParaRPr kumimoji="0" lang="en-GB" b="0" i="0" u="none" strike="noStrike" kern="1200" cap="none" spc="0" normalizeH="0" baseline="0" dirty="0">
              <a:ln>
                <a:noFill/>
              </a:ln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43390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close-up of hands holding a web&#10;&#10;AI-generated content may be incorrect.">
            <a:extLst>
              <a:ext uri="{FF2B5EF4-FFF2-40B4-BE49-F238E27FC236}">
                <a16:creationId xmlns:a16="http://schemas.microsoft.com/office/drawing/2014/main" id="{605B2B57-749D-CAC8-B980-632264B34F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720" b="12677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  <a:noFill/>
        </p:spPr>
      </p:pic>
      <p:sp>
        <p:nvSpPr>
          <p:cNvPr id="22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BD4AE1-E461-6CDA-1E0B-1C17148FBA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54294" y="4777739"/>
            <a:ext cx="6897626" cy="1399223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Importance of encryption and authentication in wireless communication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Security in IoT</a:t>
            </a:r>
          </a:p>
          <a:p>
            <a:pPr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Implementing a secure data transfer by design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76D755F3-4907-E142-16B8-F378A3A4976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49269" y="6468303"/>
            <a:ext cx="44394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8C2E478F-E849-4A8C-AF1F-CBCC78A7CBFA}" type="slidenum">
              <a:rPr lang="en-GB" noProof="0" smtClean="0"/>
              <a:pPr rtl="0">
                <a:spcAft>
                  <a:spcPts val="600"/>
                </a:spcAft>
              </a:pPr>
              <a:t>16</a:t>
            </a:fld>
            <a:endParaRPr lang="en-GB" noProof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775A9E-A01E-D25C-8BC3-BF072AFF52D0}"/>
              </a:ext>
            </a:extLst>
          </p:cNvPr>
          <p:cNvSpPr txBox="1"/>
          <p:nvPr/>
        </p:nvSpPr>
        <p:spPr>
          <a:xfrm>
            <a:off x="366417" y="4410946"/>
            <a:ext cx="33345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4800" dirty="0"/>
              <a:t>Summary and Questions</a:t>
            </a:r>
            <a:endParaRPr lang="LID4096" sz="4800" dirty="0"/>
          </a:p>
        </p:txBody>
      </p:sp>
    </p:spTree>
    <p:extLst>
      <p:ext uri="{BB962C8B-B14F-4D97-AF65-F5344CB8AC3E}">
        <p14:creationId xmlns:p14="http://schemas.microsoft.com/office/powerpoint/2010/main" val="2619511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420184_TF55661986_Win32.potx" id="{1CDDDD57-F79A-457F-AE74-3E6C5B14A091}" vid="{35255769-D38C-493F-A69A-9781C0DDBB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{81E5BD24-AB4E-4B41-8C33-CCB55EA199B7}tf55661986_win32</Template>
  <TotalTime>0</TotalTime>
  <Words>701</Words>
  <Application>Microsoft Office PowerPoint</Application>
  <PresentationFormat>Widescreen</PresentationFormat>
  <Paragraphs>98</Paragraphs>
  <Slides>16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Biome Light</vt:lpstr>
      <vt:lpstr>Calibri</vt:lpstr>
      <vt:lpstr>Calibri Light</vt:lpstr>
      <vt:lpstr>Wingdings</vt:lpstr>
      <vt:lpstr>Office Theme</vt:lpstr>
      <vt:lpstr>Secure ESP-now</vt:lpstr>
      <vt:lpstr>Agenda</vt:lpstr>
      <vt:lpstr>INTRODUCTION</vt:lpstr>
      <vt:lpstr>INTRODUCTION</vt:lpstr>
      <vt:lpstr>Introduction</vt:lpstr>
      <vt:lpstr>Introduction</vt:lpstr>
      <vt:lpstr>Research Questions</vt:lpstr>
      <vt:lpstr>Tests and experiments</vt:lpstr>
      <vt:lpstr>Tests and experiments First phase results</vt:lpstr>
      <vt:lpstr>Tests and Experiments</vt:lpstr>
      <vt:lpstr>Test and experiments</vt:lpstr>
      <vt:lpstr>Implementation</vt:lpstr>
      <vt:lpstr>CCMP with AES-128</vt:lpstr>
      <vt:lpstr>Research Questions(Answers)</vt:lpstr>
      <vt:lpstr>BoK implementation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 Christopher,Jovan J.</dc:creator>
  <cp:lastModifiedBy>Jovan Tan</cp:lastModifiedBy>
  <cp:revision>1</cp:revision>
  <dcterms:created xsi:type="dcterms:W3CDTF">2025-05-23T12:01:39Z</dcterms:created>
  <dcterms:modified xsi:type="dcterms:W3CDTF">2025-05-25T15:32:47Z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